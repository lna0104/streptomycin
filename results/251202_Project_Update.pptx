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72" r:id="rId5"/>
    <p:sldId id="387" r:id="rId6"/>
    <p:sldId id="389" r:id="rId7"/>
    <p:sldId id="391" r:id="rId8"/>
    <p:sldId id="388" r:id="rId9"/>
    <p:sldId id="393" r:id="rId10"/>
    <p:sldId id="392" r:id="rId11"/>
    <p:sldId id="394" r:id="rId12"/>
    <p:sldId id="395" r:id="rId13"/>
    <p:sldId id="396" r:id="rId14"/>
    <p:sldId id="397" r:id="rId15"/>
    <p:sldId id="3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D7D1CC"/>
    <a:srgbClr val="962A8B"/>
    <a:srgbClr val="E62645"/>
    <a:srgbClr val="2EA836"/>
    <a:srgbClr val="D9AC6D"/>
    <a:srgbClr val="EB602B"/>
    <a:srgbClr val="FBB800"/>
    <a:srgbClr val="4085C6"/>
    <a:srgbClr val="00A2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95299" autoAdjust="0"/>
  </p:normalViewPr>
  <p:slideViewPr>
    <p:cSldViewPr showGuides="1">
      <p:cViewPr varScale="1">
        <p:scale>
          <a:sx n="127" d="100"/>
          <a:sy n="127" d="100"/>
        </p:scale>
        <p:origin x="200" y="71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4194"/>
    </p:cViewPr>
  </p:sorterViewPr>
  <p:notesViewPr>
    <p:cSldViewPr showGuides="1">
      <p:cViewPr varScale="1">
        <p:scale>
          <a:sx n="84" d="100"/>
          <a:sy n="84" d="100"/>
        </p:scale>
        <p:origin x="302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2/12/2025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2/12/2025</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gradFill>
          <a:gsLst>
            <a:gs pos="0">
              <a:srgbClr val="962A8B"/>
            </a:gs>
            <a:gs pos="100000">
              <a:schemeClr val="accent1"/>
            </a:gs>
          </a:gsLst>
          <a:lin ang="0" scaled="1"/>
        </a:gra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6A365323-3F4C-42A2-A8C5-E7C02EECE16E}"/>
              </a:ext>
            </a:extLst>
          </p:cNvPr>
          <p:cNvSpPr/>
          <p:nvPr userDrawn="1"/>
        </p:nvSpPr>
        <p:spPr>
          <a:xfrm>
            <a:off x="-516" y="0"/>
            <a:ext cx="12192000" cy="6872268"/>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solidFill>
            <a:srgbClr val="FFFFFF"/>
          </a:solidFill>
          <a:ln w="14480" cap="flat">
            <a:noFill/>
            <a:prstDash val="solid"/>
            <a:miter/>
          </a:ln>
        </p:spPr>
        <p:txBody>
          <a:bodyPr rtlCol="0" anchor="ctr"/>
          <a:lstStyle/>
          <a:p>
            <a:endParaRPr lang="en-US"/>
          </a:p>
        </p:txBody>
      </p:sp>
      <p:sp>
        <p:nvSpPr>
          <p:cNvPr id="2" name="Title 1"/>
          <p:cNvSpPr>
            <a:spLocks noGrp="1"/>
          </p:cNvSpPr>
          <p:nvPr>
            <p:ph type="title" hasCustomPrompt="1"/>
          </p:nvPr>
        </p:nvSpPr>
        <p:spPr>
          <a:xfrm>
            <a:off x="1703513" y="1988840"/>
            <a:ext cx="5112568" cy="1296144"/>
          </a:xfrm>
        </p:spPr>
        <p:txBody>
          <a:bodyPr vert="horz" lIns="0" tIns="0" rIns="0" bIns="0" rtlCol="0" anchor="t">
            <a:noAutofit/>
          </a:bodyPr>
          <a:lstStyle>
            <a:lvl1pPr>
              <a:defRPr kumimoji="0" lang="en-AU" sz="4300" i="0" u="none" strike="noStrike" cap="none" spc="0" normalizeH="0" baseline="0" dirty="0">
                <a:ln>
                  <a:noFill/>
                </a:ln>
                <a:solidFill>
                  <a:srgbClr val="51247A"/>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7" name="Text Placeholder 6"/>
          <p:cNvSpPr>
            <a:spLocks noGrp="1"/>
          </p:cNvSpPr>
          <p:nvPr>
            <p:ph type="body" sz="quarter" idx="10" hasCustomPrompt="1"/>
          </p:nvPr>
        </p:nvSpPr>
        <p:spPr>
          <a:xfrm>
            <a:off x="1703485" y="3515866"/>
            <a:ext cx="5116831" cy="246221"/>
          </a:xfrm>
          <a:prstGeom prst="rect">
            <a:avLst/>
          </a:prstGeom>
        </p:spPr>
        <p:txBody>
          <a:bodyPr vert="horz" wrap="square" lIns="0" tIns="0" rIns="0" bIns="0" rtlCol="0" anchor="t">
            <a:noAutofit/>
          </a:bodyPr>
          <a:lstStyle>
            <a:lvl1pPr>
              <a:defRPr lang="en-US" sz="1600" b="1" spc="0" baseline="0" dirty="0">
                <a:solidFill>
                  <a:srgbClr val="999490"/>
                </a:solidFill>
                <a:latin typeface="+mn-lt"/>
                <a:ea typeface="+mj-ea"/>
                <a:cs typeface="+mj-cs"/>
              </a:defRPr>
            </a:lvl1pPr>
          </a:lstStyle>
          <a:p>
            <a:pPr lvl="0">
              <a:lnSpc>
                <a:spcPct val="100000"/>
              </a:lnSpc>
              <a:spcBef>
                <a:spcPct val="0"/>
              </a:spcBef>
            </a:pPr>
            <a:r>
              <a:rPr lang="en-US" dirty="0"/>
              <a:t>Presentation subtitle goes here</a:t>
            </a:r>
          </a:p>
        </p:txBody>
      </p:sp>
      <p:pic>
        <p:nvPicPr>
          <p:cNvPr id="4" name="Picture 3">
            <a:extLst>
              <a:ext uri="{FF2B5EF4-FFF2-40B4-BE49-F238E27FC236}">
                <a16:creationId xmlns:a16="http://schemas.microsoft.com/office/drawing/2014/main" id="{96F98853-2263-DFE9-D4DB-3497445667D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97F7E37-8565-4210-8CB9-D04B2BAF361C}"/>
              </a:ext>
            </a:extLst>
          </p:cNvPr>
          <p:cNvSpPr/>
          <p:nvPr userDrawn="1"/>
        </p:nvSpPr>
        <p:spPr>
          <a:xfrm>
            <a:off x="-516" y="0"/>
            <a:ext cx="12192000" cy="6872268"/>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gradFill flip="none" rotWithShape="1">
            <a:gsLst>
              <a:gs pos="46000">
                <a:srgbClr val="51247A"/>
              </a:gs>
              <a:gs pos="100000">
                <a:srgbClr val="962A8B"/>
              </a:gs>
            </a:gsLst>
            <a:lin ang="10800000" scaled="1"/>
            <a:tileRect/>
          </a:gradFill>
          <a:ln w="1448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1D37"/>
              </a:solidFill>
              <a:effectLst/>
              <a:uLnTx/>
              <a:uFillTx/>
              <a:latin typeface="Gotham Book"/>
            </a:endParaRPr>
          </a:p>
        </p:txBody>
      </p:sp>
      <p:sp>
        <p:nvSpPr>
          <p:cNvPr id="15" name="Title 1">
            <a:extLst>
              <a:ext uri="{FF2B5EF4-FFF2-40B4-BE49-F238E27FC236}">
                <a16:creationId xmlns:a16="http://schemas.microsoft.com/office/drawing/2014/main" id="{5CEF5EBB-02AF-4BB0-8215-ABDBBF0D02E0}"/>
              </a:ext>
            </a:extLst>
          </p:cNvPr>
          <p:cNvSpPr>
            <a:spLocks noGrp="1"/>
          </p:cNvSpPr>
          <p:nvPr>
            <p:ph type="title" hasCustomPrompt="1"/>
          </p:nvPr>
        </p:nvSpPr>
        <p:spPr>
          <a:xfrm>
            <a:off x="1703513" y="1988840"/>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16" name="Text Placeholder 6">
            <a:extLst>
              <a:ext uri="{FF2B5EF4-FFF2-40B4-BE49-F238E27FC236}">
                <a16:creationId xmlns:a16="http://schemas.microsoft.com/office/drawing/2014/main" id="{B0C04C2E-5E9B-4744-BB83-74543AFA907D}"/>
              </a:ext>
            </a:extLst>
          </p:cNvPr>
          <p:cNvSpPr>
            <a:spLocks noGrp="1"/>
          </p:cNvSpPr>
          <p:nvPr>
            <p:ph type="body" sz="quarter" idx="10" hasCustomPrompt="1"/>
          </p:nvPr>
        </p:nvSpPr>
        <p:spPr>
          <a:xfrm>
            <a:off x="1703485" y="3515866"/>
            <a:ext cx="5116831" cy="246221"/>
          </a:xfrm>
          <a:prstGeom prst="rect">
            <a:avLst/>
          </a:prstGeom>
        </p:spPr>
        <p:txBody>
          <a:bodyPr vert="horz" wrap="square" lIns="0" tIns="0" rIns="0" bIns="0" rtlCol="0" anchor="t">
            <a:noAutofit/>
          </a:bodyPr>
          <a:lstStyle>
            <a:lvl1pPr>
              <a:defRPr lang="en-US" sz="16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here</a:t>
            </a:r>
          </a:p>
        </p:txBody>
      </p:sp>
      <p:pic>
        <p:nvPicPr>
          <p:cNvPr id="3" name="Picture 2">
            <a:extLst>
              <a:ext uri="{FF2B5EF4-FFF2-40B4-BE49-F238E27FC236}">
                <a16:creationId xmlns:a16="http://schemas.microsoft.com/office/drawing/2014/main" id="{817F9C90-1B55-A440-3671-71EC9ADE53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ver 3">
    <p:bg>
      <p:bgPr>
        <a:gradFill>
          <a:gsLst>
            <a:gs pos="0">
              <a:schemeClr val="accent1"/>
            </a:gs>
            <a:gs pos="100000">
              <a:schemeClr val="accent2"/>
            </a:gs>
          </a:gsLst>
          <a:lin ang="0" scaled="1"/>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AC95EBE-2B41-83C2-04AE-F53ADADC5543}"/>
              </a:ext>
            </a:extLst>
          </p:cNvPr>
          <p:cNvSpPr>
            <a:spLocks noGrp="1"/>
          </p:cNvSpPr>
          <p:nvPr>
            <p:ph type="pic" sz="quarter" idx="10" hasCustomPrompt="1"/>
          </p:nvPr>
        </p:nvSpPr>
        <p:spPr>
          <a:xfrm>
            <a:off x="-517" y="-1"/>
            <a:ext cx="12192000" cy="6872268"/>
          </a:xfrm>
          <a:custGeom>
            <a:avLst/>
            <a:gdLst>
              <a:gd name="connsiteX0" fmla="*/ 0 w 12192000"/>
              <a:gd name="connsiteY0" fmla="*/ 0 h 6872268"/>
              <a:gd name="connsiteX1" fmla="*/ 12192000 w 12192000"/>
              <a:gd name="connsiteY1" fmla="*/ 0 h 6872268"/>
              <a:gd name="connsiteX2" fmla="*/ 12192000 w 12192000"/>
              <a:gd name="connsiteY2" fmla="*/ 5251292 h 6872268"/>
              <a:gd name="connsiteX3" fmla="*/ 10416728 w 12192000"/>
              <a:gd name="connsiteY3" fmla="*/ 5297443 h 6872268"/>
              <a:gd name="connsiteX4" fmla="*/ 8988458 w 12192000"/>
              <a:gd name="connsiteY4" fmla="*/ 6506827 h 6872268"/>
              <a:gd name="connsiteX5" fmla="*/ 10312164 w 12192000"/>
              <a:gd name="connsiteY5" fmla="*/ 6272439 h 6872268"/>
              <a:gd name="connsiteX6" fmla="*/ 12192000 w 12192000"/>
              <a:gd name="connsiteY6" fmla="*/ 6872268 h 6872268"/>
              <a:gd name="connsiteX7" fmla="*/ 3635124 w 12192000"/>
              <a:gd name="connsiteY7" fmla="*/ 6872268 h 6872268"/>
              <a:gd name="connsiteX8" fmla="*/ 0 w 12192000"/>
              <a:gd name="connsiteY8" fmla="*/ 2707855 h 687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72268">
                <a:moveTo>
                  <a:pt x="0" y="0"/>
                </a:moveTo>
                <a:lnTo>
                  <a:pt x="12192000" y="0"/>
                </a:lnTo>
                <a:lnTo>
                  <a:pt x="12192000" y="5251292"/>
                </a:lnTo>
                <a:cubicBezTo>
                  <a:pt x="12134360" y="5231554"/>
                  <a:pt x="11296689" y="4833021"/>
                  <a:pt x="10416728" y="5297443"/>
                </a:cubicBezTo>
                <a:cubicBezTo>
                  <a:pt x="9967189" y="5534444"/>
                  <a:pt x="9070284" y="6409008"/>
                  <a:pt x="8988458" y="6506827"/>
                </a:cubicBezTo>
                <a:cubicBezTo>
                  <a:pt x="9362107" y="6191166"/>
                  <a:pt x="9534740" y="6036165"/>
                  <a:pt x="10312164" y="6272439"/>
                </a:cubicBezTo>
                <a:cubicBezTo>
                  <a:pt x="10997769" y="6480414"/>
                  <a:pt x="11756510" y="6812911"/>
                  <a:pt x="12192000" y="6872268"/>
                </a:cubicBezTo>
                <a:lnTo>
                  <a:pt x="3635124" y="6872268"/>
                </a:lnTo>
                <a:cubicBezTo>
                  <a:pt x="1517628" y="6226578"/>
                  <a:pt x="0" y="4465548"/>
                  <a:pt x="0" y="2707855"/>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24" name="Title 1">
            <a:extLst>
              <a:ext uri="{FF2B5EF4-FFF2-40B4-BE49-F238E27FC236}">
                <a16:creationId xmlns:a16="http://schemas.microsoft.com/office/drawing/2014/main" id="{FE9A60ED-79D3-4B3F-A150-9831CF0023BF}"/>
              </a:ext>
            </a:extLst>
          </p:cNvPr>
          <p:cNvSpPr>
            <a:spLocks noGrp="1"/>
          </p:cNvSpPr>
          <p:nvPr>
            <p:ph type="title" hasCustomPrompt="1"/>
          </p:nvPr>
        </p:nvSpPr>
        <p:spPr>
          <a:xfrm>
            <a:off x="6387492" y="2827030"/>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25" name="Text Placeholder 6">
            <a:extLst>
              <a:ext uri="{FF2B5EF4-FFF2-40B4-BE49-F238E27FC236}">
                <a16:creationId xmlns:a16="http://schemas.microsoft.com/office/drawing/2014/main" id="{BCDA3659-A7C6-451A-99C1-5E9DC9C183D5}"/>
              </a:ext>
            </a:extLst>
          </p:cNvPr>
          <p:cNvSpPr>
            <a:spLocks noGrp="1"/>
          </p:cNvSpPr>
          <p:nvPr>
            <p:ph type="body" sz="quarter" idx="11" hasCustomPrompt="1"/>
          </p:nvPr>
        </p:nvSpPr>
        <p:spPr>
          <a:xfrm>
            <a:off x="6387464" y="4354056"/>
            <a:ext cx="5116831" cy="246221"/>
          </a:xfrm>
          <a:prstGeom prst="rect">
            <a:avLst/>
          </a:prstGeom>
        </p:spPr>
        <p:txBody>
          <a:bodyPr vert="horz" wrap="square" lIns="0" tIns="0" rIns="0" bIns="0" rtlCol="0" anchor="t">
            <a:noAutofit/>
          </a:bodyPr>
          <a:lstStyle>
            <a:lvl1pPr>
              <a:defRPr lang="en-US" sz="16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here</a:t>
            </a:r>
          </a:p>
        </p:txBody>
      </p:sp>
      <p:sp>
        <p:nvSpPr>
          <p:cNvPr id="29" name="Text Placeholder 27">
            <a:extLst>
              <a:ext uri="{FF2B5EF4-FFF2-40B4-BE49-F238E27FC236}">
                <a16:creationId xmlns:a16="http://schemas.microsoft.com/office/drawing/2014/main" id="{3BFDD502-55B1-4F89-AAFD-9DDC1140D50F}"/>
              </a:ext>
            </a:extLst>
          </p:cNvPr>
          <p:cNvSpPr>
            <a:spLocks noGrp="1"/>
          </p:cNvSpPr>
          <p:nvPr>
            <p:ph type="body" sz="quarter" idx="12" hasCustomPrompt="1"/>
          </p:nvPr>
        </p:nvSpPr>
        <p:spPr>
          <a:xfrm>
            <a:off x="10314000" y="360000"/>
            <a:ext cx="1508400" cy="392400"/>
          </a:xfrm>
          <a:prstGeom prst="rect">
            <a:avLst/>
          </a:prstGeom>
          <a:blipFill>
            <a:blip r:embed="rId2" cstate="screen">
              <a:extLst>
                <a:ext uri="{28A0092B-C50C-407E-A947-70E740481C1C}">
                  <a14:useLocalDpi xmlns:a14="http://schemas.microsoft.com/office/drawing/2010/main"/>
                </a:ext>
              </a:extLst>
            </a:blip>
            <a:srcRect/>
            <a:stretch>
              <a:fillRect/>
            </a:stretch>
          </a:blipFill>
        </p:spPr>
        <p:txBody>
          <a:bodyPr/>
          <a:lstStyle>
            <a:lvl1pPr>
              <a:defRPr/>
            </a:lvl1pPr>
          </a:lstStyle>
          <a:p>
            <a:pPr lvl="0"/>
            <a:r>
              <a:rPr lang="en-US" dirty="0"/>
              <a:t> </a:t>
            </a:r>
            <a:endParaRPr lang="en-AU" dirty="0"/>
          </a:p>
        </p:txBody>
      </p:sp>
    </p:spTree>
    <p:extLst>
      <p:ext uri="{BB962C8B-B14F-4D97-AF65-F5344CB8AC3E}">
        <p14:creationId xmlns:p14="http://schemas.microsoft.com/office/powerpoint/2010/main" val="713043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4">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9C6CF3-60A7-899D-2A0B-5CB145E232EB}"/>
              </a:ext>
            </a:extLst>
          </p:cNvPr>
          <p:cNvSpPr>
            <a:spLocks noGrp="1"/>
          </p:cNvSpPr>
          <p:nvPr>
            <p:ph type="pic" sz="quarter" idx="10" hasCustomPrompt="1"/>
          </p:nvPr>
        </p:nvSpPr>
        <p:spPr>
          <a:xfrm>
            <a:off x="-517" y="-1"/>
            <a:ext cx="12192000" cy="6872268"/>
          </a:xfrm>
          <a:custGeom>
            <a:avLst/>
            <a:gdLst>
              <a:gd name="connsiteX0" fmla="*/ 0 w 12192000"/>
              <a:gd name="connsiteY0" fmla="*/ 0 h 6872268"/>
              <a:gd name="connsiteX1" fmla="*/ 12192000 w 12192000"/>
              <a:gd name="connsiteY1" fmla="*/ 0 h 6872268"/>
              <a:gd name="connsiteX2" fmla="*/ 12192000 w 12192000"/>
              <a:gd name="connsiteY2" fmla="*/ 5251292 h 6872268"/>
              <a:gd name="connsiteX3" fmla="*/ 10416728 w 12192000"/>
              <a:gd name="connsiteY3" fmla="*/ 5297443 h 6872268"/>
              <a:gd name="connsiteX4" fmla="*/ 8988458 w 12192000"/>
              <a:gd name="connsiteY4" fmla="*/ 6506827 h 6872268"/>
              <a:gd name="connsiteX5" fmla="*/ 10312164 w 12192000"/>
              <a:gd name="connsiteY5" fmla="*/ 6272439 h 6872268"/>
              <a:gd name="connsiteX6" fmla="*/ 12192000 w 12192000"/>
              <a:gd name="connsiteY6" fmla="*/ 6872268 h 6872268"/>
              <a:gd name="connsiteX7" fmla="*/ 3635124 w 12192000"/>
              <a:gd name="connsiteY7" fmla="*/ 6872268 h 6872268"/>
              <a:gd name="connsiteX8" fmla="*/ 0 w 12192000"/>
              <a:gd name="connsiteY8" fmla="*/ 2707855 h 687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72268">
                <a:moveTo>
                  <a:pt x="0" y="0"/>
                </a:moveTo>
                <a:lnTo>
                  <a:pt x="12192000" y="0"/>
                </a:lnTo>
                <a:lnTo>
                  <a:pt x="12192000" y="5251292"/>
                </a:lnTo>
                <a:cubicBezTo>
                  <a:pt x="12134360" y="5231554"/>
                  <a:pt x="11296689" y="4833021"/>
                  <a:pt x="10416728" y="5297443"/>
                </a:cubicBezTo>
                <a:cubicBezTo>
                  <a:pt x="9967189" y="5534444"/>
                  <a:pt x="9070284" y="6409008"/>
                  <a:pt x="8988458" y="6506827"/>
                </a:cubicBezTo>
                <a:cubicBezTo>
                  <a:pt x="9362107" y="6191166"/>
                  <a:pt x="9534740" y="6036165"/>
                  <a:pt x="10312164" y="6272439"/>
                </a:cubicBezTo>
                <a:cubicBezTo>
                  <a:pt x="10997769" y="6480414"/>
                  <a:pt x="11756510" y="6812911"/>
                  <a:pt x="12192000" y="6872268"/>
                </a:cubicBezTo>
                <a:lnTo>
                  <a:pt x="3635124" y="6872268"/>
                </a:lnTo>
                <a:cubicBezTo>
                  <a:pt x="1517628" y="6226578"/>
                  <a:pt x="0" y="4465548"/>
                  <a:pt x="0" y="2707855"/>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9" name="Text Placeholder 27">
            <a:extLst>
              <a:ext uri="{FF2B5EF4-FFF2-40B4-BE49-F238E27FC236}">
                <a16:creationId xmlns:a16="http://schemas.microsoft.com/office/drawing/2014/main" id="{2D5D6F3A-F693-467C-8FA0-0B09E09F2971}"/>
              </a:ext>
            </a:extLst>
          </p:cNvPr>
          <p:cNvSpPr>
            <a:spLocks noGrp="1"/>
          </p:cNvSpPr>
          <p:nvPr>
            <p:ph type="body" sz="quarter" idx="12" hasCustomPrompt="1"/>
          </p:nvPr>
        </p:nvSpPr>
        <p:spPr>
          <a:xfrm>
            <a:off x="10314000" y="360000"/>
            <a:ext cx="1508400" cy="3924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defRPr/>
            </a:lvl1pPr>
          </a:lstStyle>
          <a:p>
            <a:pPr lvl="0"/>
            <a:r>
              <a:rPr lang="en-US" dirty="0"/>
              <a:t> </a:t>
            </a:r>
            <a:endParaRPr lang="en-AU" dirty="0"/>
          </a:p>
        </p:txBody>
      </p:sp>
      <p:sp>
        <p:nvSpPr>
          <p:cNvPr id="17" name="Title 1">
            <a:extLst>
              <a:ext uri="{FF2B5EF4-FFF2-40B4-BE49-F238E27FC236}">
                <a16:creationId xmlns:a16="http://schemas.microsoft.com/office/drawing/2014/main" id="{66432C9E-CC92-4B1E-A531-00A7F945EA89}"/>
              </a:ext>
            </a:extLst>
          </p:cNvPr>
          <p:cNvSpPr>
            <a:spLocks noGrp="1"/>
          </p:cNvSpPr>
          <p:nvPr>
            <p:ph type="title" hasCustomPrompt="1"/>
          </p:nvPr>
        </p:nvSpPr>
        <p:spPr>
          <a:xfrm>
            <a:off x="1703512" y="2012082"/>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18" name="Text Placeholder 6">
            <a:extLst>
              <a:ext uri="{FF2B5EF4-FFF2-40B4-BE49-F238E27FC236}">
                <a16:creationId xmlns:a16="http://schemas.microsoft.com/office/drawing/2014/main" id="{08B01333-1B7A-4924-B0F3-974EA92411A2}"/>
              </a:ext>
            </a:extLst>
          </p:cNvPr>
          <p:cNvSpPr>
            <a:spLocks noGrp="1"/>
          </p:cNvSpPr>
          <p:nvPr>
            <p:ph type="body" sz="quarter" idx="11" hasCustomPrompt="1"/>
          </p:nvPr>
        </p:nvSpPr>
        <p:spPr>
          <a:xfrm>
            <a:off x="1703484" y="3539108"/>
            <a:ext cx="5116831" cy="246221"/>
          </a:xfrm>
          <a:prstGeom prst="rect">
            <a:avLst/>
          </a:prstGeom>
        </p:spPr>
        <p:txBody>
          <a:bodyPr vert="horz" wrap="square" lIns="0" tIns="0" rIns="0" bIns="0" rtlCol="0" anchor="t">
            <a:noAutofit/>
          </a:bodyPr>
          <a:lstStyle>
            <a:lvl1pPr>
              <a:defRPr lang="en-US" sz="16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here</a:t>
            </a:r>
          </a:p>
        </p:txBody>
      </p:sp>
    </p:spTree>
    <p:extLst>
      <p:ext uri="{BB962C8B-B14F-4D97-AF65-F5344CB8AC3E}">
        <p14:creationId xmlns:p14="http://schemas.microsoft.com/office/powerpoint/2010/main" val="44435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gradFill flip="none" rotWithShape="1">
          <a:gsLst>
            <a:gs pos="38000">
              <a:schemeClr val="accent1"/>
            </a:gs>
            <a:gs pos="0">
              <a:schemeClr val="accent2"/>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10801350" cy="664797"/>
          </a:xfrm>
        </p:spPr>
        <p:txBody>
          <a:bodyPr vert="horz" wrap="square" lIns="0" tIns="0" rIns="0" bIns="0" rtlCol="0" anchor="t">
            <a:spAutoFit/>
          </a:bodyPr>
          <a:lstStyle>
            <a:lvl1pPr>
              <a:defRPr lang="en-AU" sz="5400" spc="0" baseline="0" dirty="0">
                <a:solidFill>
                  <a:schemeClr val="bg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B3A60075-4FD5-4917-9451-8EC631DECFE5}"/>
              </a:ext>
            </a:extLst>
          </p:cNvPr>
          <p:cNvSpPr>
            <a:spLocks noGrp="1"/>
          </p:cNvSpPr>
          <p:nvPr>
            <p:ph type="sldNum" sz="quarter" idx="11"/>
          </p:nvPr>
        </p:nvSpPr>
        <p:spPr>
          <a:xfrm>
            <a:off x="11208568" y="6526800"/>
            <a:ext cx="288032" cy="14400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14" name="Content Placeholder 12">
            <a:extLst>
              <a:ext uri="{FF2B5EF4-FFF2-40B4-BE49-F238E27FC236}">
                <a16:creationId xmlns:a16="http://schemas.microsoft.com/office/drawing/2014/main" id="{16D860FF-5915-48B3-96B5-BDDDACDE2D92}"/>
              </a:ext>
            </a:extLst>
          </p:cNvPr>
          <p:cNvSpPr>
            <a:spLocks noGrp="1"/>
          </p:cNvSpPr>
          <p:nvPr>
            <p:ph sz="quarter" idx="12" hasCustomPrompt="1"/>
          </p:nvPr>
        </p:nvSpPr>
        <p:spPr>
          <a:xfrm>
            <a:off x="68847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17" name="Text Placeholder 15">
            <a:extLst>
              <a:ext uri="{FF2B5EF4-FFF2-40B4-BE49-F238E27FC236}">
                <a16:creationId xmlns:a16="http://schemas.microsoft.com/office/drawing/2014/main" id="{F52728D9-330E-4A47-BE87-2C464601F5D4}"/>
              </a:ext>
            </a:extLst>
          </p:cNvPr>
          <p:cNvSpPr>
            <a:spLocks noGrp="1"/>
          </p:cNvSpPr>
          <p:nvPr>
            <p:ph type="body" sz="quarter" idx="13" hasCustomPrompt="1"/>
          </p:nvPr>
        </p:nvSpPr>
        <p:spPr>
          <a:xfrm>
            <a:off x="112060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19" name="Text Placeholder 15">
            <a:extLst>
              <a:ext uri="{FF2B5EF4-FFF2-40B4-BE49-F238E27FC236}">
                <a16:creationId xmlns:a16="http://schemas.microsoft.com/office/drawing/2014/main" id="{33D519AF-5E53-4F24-9084-2ECF7327DF8B}"/>
              </a:ext>
            </a:extLst>
          </p:cNvPr>
          <p:cNvSpPr>
            <a:spLocks noGrp="1"/>
          </p:cNvSpPr>
          <p:nvPr>
            <p:ph type="body" sz="quarter" idx="14" hasCustomPrompt="1"/>
          </p:nvPr>
        </p:nvSpPr>
        <p:spPr>
          <a:xfrm>
            <a:off x="112060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2" name="Text Placeholder 20">
            <a:extLst>
              <a:ext uri="{FF2B5EF4-FFF2-40B4-BE49-F238E27FC236}">
                <a16:creationId xmlns:a16="http://schemas.microsoft.com/office/drawing/2014/main" id="{6D75C5FE-6A47-48B9-A0B4-91C77A88F005}"/>
              </a:ext>
            </a:extLst>
          </p:cNvPr>
          <p:cNvSpPr>
            <a:spLocks noGrp="1"/>
          </p:cNvSpPr>
          <p:nvPr>
            <p:ph type="body" sz="quarter" idx="15" hasCustomPrompt="1"/>
          </p:nvPr>
        </p:nvSpPr>
        <p:spPr>
          <a:xfrm>
            <a:off x="114187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3" name="Content Placeholder 12">
            <a:extLst>
              <a:ext uri="{FF2B5EF4-FFF2-40B4-BE49-F238E27FC236}">
                <a16:creationId xmlns:a16="http://schemas.microsoft.com/office/drawing/2014/main" id="{33D7B8C2-1ACD-4312-8BB3-841697FC26BA}"/>
              </a:ext>
            </a:extLst>
          </p:cNvPr>
          <p:cNvSpPr>
            <a:spLocks noGrp="1"/>
          </p:cNvSpPr>
          <p:nvPr>
            <p:ph sz="quarter" idx="16" hasCustomPrompt="1"/>
          </p:nvPr>
        </p:nvSpPr>
        <p:spPr>
          <a:xfrm>
            <a:off x="4559418"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4" name="Text Placeholder 15">
            <a:extLst>
              <a:ext uri="{FF2B5EF4-FFF2-40B4-BE49-F238E27FC236}">
                <a16:creationId xmlns:a16="http://schemas.microsoft.com/office/drawing/2014/main" id="{67C8792C-10BA-48BD-91FF-8BB0072B6AB5}"/>
              </a:ext>
            </a:extLst>
          </p:cNvPr>
          <p:cNvSpPr>
            <a:spLocks noGrp="1"/>
          </p:cNvSpPr>
          <p:nvPr>
            <p:ph type="body" sz="quarter" idx="17" hasCustomPrompt="1"/>
          </p:nvPr>
        </p:nvSpPr>
        <p:spPr>
          <a:xfrm>
            <a:off x="4980449"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5" name="Text Placeholder 15">
            <a:extLst>
              <a:ext uri="{FF2B5EF4-FFF2-40B4-BE49-F238E27FC236}">
                <a16:creationId xmlns:a16="http://schemas.microsoft.com/office/drawing/2014/main" id="{494265EF-BC1F-4AB5-88E0-D2CC95870C61}"/>
              </a:ext>
            </a:extLst>
          </p:cNvPr>
          <p:cNvSpPr>
            <a:spLocks noGrp="1"/>
          </p:cNvSpPr>
          <p:nvPr>
            <p:ph type="body" sz="quarter" idx="18" hasCustomPrompt="1"/>
          </p:nvPr>
        </p:nvSpPr>
        <p:spPr>
          <a:xfrm>
            <a:off x="4980449"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6" name="Text Placeholder 20">
            <a:extLst>
              <a:ext uri="{FF2B5EF4-FFF2-40B4-BE49-F238E27FC236}">
                <a16:creationId xmlns:a16="http://schemas.microsoft.com/office/drawing/2014/main" id="{DC9F8E9D-A5AE-4007-AFF1-906BE27AA1B1}"/>
              </a:ext>
            </a:extLst>
          </p:cNvPr>
          <p:cNvSpPr>
            <a:spLocks noGrp="1"/>
          </p:cNvSpPr>
          <p:nvPr>
            <p:ph type="body" sz="quarter" idx="19" hasCustomPrompt="1"/>
          </p:nvPr>
        </p:nvSpPr>
        <p:spPr>
          <a:xfrm>
            <a:off x="4980449"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7" name="Content Placeholder 12">
            <a:extLst>
              <a:ext uri="{FF2B5EF4-FFF2-40B4-BE49-F238E27FC236}">
                <a16:creationId xmlns:a16="http://schemas.microsoft.com/office/drawing/2014/main" id="{90AC9C95-FAAF-44D7-AEB3-55A9BA4075C1}"/>
              </a:ext>
            </a:extLst>
          </p:cNvPr>
          <p:cNvSpPr>
            <a:spLocks noGrp="1"/>
          </p:cNvSpPr>
          <p:nvPr>
            <p:ph sz="quarter" idx="20" hasCustomPrompt="1"/>
          </p:nvPr>
        </p:nvSpPr>
        <p:spPr>
          <a:xfrm>
            <a:off x="836562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8" name="Text Placeholder 15">
            <a:extLst>
              <a:ext uri="{FF2B5EF4-FFF2-40B4-BE49-F238E27FC236}">
                <a16:creationId xmlns:a16="http://schemas.microsoft.com/office/drawing/2014/main" id="{C07D5366-0884-4D47-8F5E-DD26E47DD270}"/>
              </a:ext>
            </a:extLst>
          </p:cNvPr>
          <p:cNvSpPr>
            <a:spLocks noGrp="1"/>
          </p:cNvSpPr>
          <p:nvPr>
            <p:ph type="body" sz="quarter" idx="21" hasCustomPrompt="1"/>
          </p:nvPr>
        </p:nvSpPr>
        <p:spPr>
          <a:xfrm>
            <a:off x="879775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9" name="Text Placeholder 15">
            <a:extLst>
              <a:ext uri="{FF2B5EF4-FFF2-40B4-BE49-F238E27FC236}">
                <a16:creationId xmlns:a16="http://schemas.microsoft.com/office/drawing/2014/main" id="{C83CABAB-7230-4828-B1F7-E11FB1176D9A}"/>
              </a:ext>
            </a:extLst>
          </p:cNvPr>
          <p:cNvSpPr>
            <a:spLocks noGrp="1"/>
          </p:cNvSpPr>
          <p:nvPr>
            <p:ph type="body" sz="quarter" idx="22" hasCustomPrompt="1"/>
          </p:nvPr>
        </p:nvSpPr>
        <p:spPr>
          <a:xfrm>
            <a:off x="879775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0" name="Text Placeholder 20">
            <a:extLst>
              <a:ext uri="{FF2B5EF4-FFF2-40B4-BE49-F238E27FC236}">
                <a16:creationId xmlns:a16="http://schemas.microsoft.com/office/drawing/2014/main" id="{0B955060-0E65-456F-85F2-CD9B3DBD9B97}"/>
              </a:ext>
            </a:extLst>
          </p:cNvPr>
          <p:cNvSpPr>
            <a:spLocks noGrp="1"/>
          </p:cNvSpPr>
          <p:nvPr>
            <p:ph type="body" sz="quarter" idx="23" hasCustomPrompt="1"/>
          </p:nvPr>
        </p:nvSpPr>
        <p:spPr>
          <a:xfrm>
            <a:off x="881902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2" name="Content Placeholder 12">
            <a:extLst>
              <a:ext uri="{FF2B5EF4-FFF2-40B4-BE49-F238E27FC236}">
                <a16:creationId xmlns:a16="http://schemas.microsoft.com/office/drawing/2014/main" id="{2A4F6196-3D0F-4BE0-BD3B-C9E36BBF744E}"/>
              </a:ext>
            </a:extLst>
          </p:cNvPr>
          <p:cNvSpPr>
            <a:spLocks noGrp="1"/>
          </p:cNvSpPr>
          <p:nvPr>
            <p:ph sz="quarter" idx="24" hasCustomPrompt="1"/>
          </p:nvPr>
        </p:nvSpPr>
        <p:spPr>
          <a:xfrm>
            <a:off x="68847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3" name="Text Placeholder 15">
            <a:extLst>
              <a:ext uri="{FF2B5EF4-FFF2-40B4-BE49-F238E27FC236}">
                <a16:creationId xmlns:a16="http://schemas.microsoft.com/office/drawing/2014/main" id="{15E2C50B-2DC6-47F9-8D16-3E43EFD224D6}"/>
              </a:ext>
            </a:extLst>
          </p:cNvPr>
          <p:cNvSpPr>
            <a:spLocks noGrp="1"/>
          </p:cNvSpPr>
          <p:nvPr>
            <p:ph type="body" sz="quarter" idx="25" hasCustomPrompt="1"/>
          </p:nvPr>
        </p:nvSpPr>
        <p:spPr>
          <a:xfrm>
            <a:off x="112060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4" name="Text Placeholder 15">
            <a:extLst>
              <a:ext uri="{FF2B5EF4-FFF2-40B4-BE49-F238E27FC236}">
                <a16:creationId xmlns:a16="http://schemas.microsoft.com/office/drawing/2014/main" id="{D86CC074-C4DF-413B-ACFC-9E921389EBFD}"/>
              </a:ext>
            </a:extLst>
          </p:cNvPr>
          <p:cNvSpPr>
            <a:spLocks noGrp="1"/>
          </p:cNvSpPr>
          <p:nvPr>
            <p:ph type="body" sz="quarter" idx="26" hasCustomPrompt="1"/>
          </p:nvPr>
        </p:nvSpPr>
        <p:spPr>
          <a:xfrm>
            <a:off x="112060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5" name="Text Placeholder 20">
            <a:extLst>
              <a:ext uri="{FF2B5EF4-FFF2-40B4-BE49-F238E27FC236}">
                <a16:creationId xmlns:a16="http://schemas.microsoft.com/office/drawing/2014/main" id="{4DD3C6CB-D673-40EE-8AC2-EA848771B039}"/>
              </a:ext>
            </a:extLst>
          </p:cNvPr>
          <p:cNvSpPr>
            <a:spLocks noGrp="1"/>
          </p:cNvSpPr>
          <p:nvPr>
            <p:ph type="body" sz="quarter" idx="27" hasCustomPrompt="1"/>
          </p:nvPr>
        </p:nvSpPr>
        <p:spPr>
          <a:xfrm>
            <a:off x="114187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6" name="Content Placeholder 12">
            <a:extLst>
              <a:ext uri="{FF2B5EF4-FFF2-40B4-BE49-F238E27FC236}">
                <a16:creationId xmlns:a16="http://schemas.microsoft.com/office/drawing/2014/main" id="{E5BA1771-59AA-4B95-84C2-A2C23AE5557A}"/>
              </a:ext>
            </a:extLst>
          </p:cNvPr>
          <p:cNvSpPr>
            <a:spLocks noGrp="1"/>
          </p:cNvSpPr>
          <p:nvPr>
            <p:ph sz="quarter" idx="28" hasCustomPrompt="1"/>
          </p:nvPr>
        </p:nvSpPr>
        <p:spPr>
          <a:xfrm>
            <a:off x="4559418"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7" name="Text Placeholder 15">
            <a:extLst>
              <a:ext uri="{FF2B5EF4-FFF2-40B4-BE49-F238E27FC236}">
                <a16:creationId xmlns:a16="http://schemas.microsoft.com/office/drawing/2014/main" id="{3FC25C93-61F9-4858-8D53-31D7E13980FE}"/>
              </a:ext>
            </a:extLst>
          </p:cNvPr>
          <p:cNvSpPr>
            <a:spLocks noGrp="1"/>
          </p:cNvSpPr>
          <p:nvPr>
            <p:ph type="body" sz="quarter" idx="29" hasCustomPrompt="1"/>
          </p:nvPr>
        </p:nvSpPr>
        <p:spPr>
          <a:xfrm>
            <a:off x="4980449"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8" name="Text Placeholder 15">
            <a:extLst>
              <a:ext uri="{FF2B5EF4-FFF2-40B4-BE49-F238E27FC236}">
                <a16:creationId xmlns:a16="http://schemas.microsoft.com/office/drawing/2014/main" id="{7458C094-0FA6-4661-80B1-A1C24EF0BBEE}"/>
              </a:ext>
            </a:extLst>
          </p:cNvPr>
          <p:cNvSpPr>
            <a:spLocks noGrp="1"/>
          </p:cNvSpPr>
          <p:nvPr>
            <p:ph type="body" sz="quarter" idx="30" hasCustomPrompt="1"/>
          </p:nvPr>
        </p:nvSpPr>
        <p:spPr>
          <a:xfrm>
            <a:off x="4980449"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9" name="Text Placeholder 20">
            <a:extLst>
              <a:ext uri="{FF2B5EF4-FFF2-40B4-BE49-F238E27FC236}">
                <a16:creationId xmlns:a16="http://schemas.microsoft.com/office/drawing/2014/main" id="{33782FA8-9B6E-4664-B875-77934A49171A}"/>
              </a:ext>
            </a:extLst>
          </p:cNvPr>
          <p:cNvSpPr>
            <a:spLocks noGrp="1"/>
          </p:cNvSpPr>
          <p:nvPr>
            <p:ph type="body" sz="quarter" idx="31" hasCustomPrompt="1"/>
          </p:nvPr>
        </p:nvSpPr>
        <p:spPr>
          <a:xfrm>
            <a:off x="4980449"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0" name="Content Placeholder 12">
            <a:extLst>
              <a:ext uri="{FF2B5EF4-FFF2-40B4-BE49-F238E27FC236}">
                <a16:creationId xmlns:a16="http://schemas.microsoft.com/office/drawing/2014/main" id="{43ED1C2D-FB28-4009-ABB2-35B70129FE4D}"/>
              </a:ext>
            </a:extLst>
          </p:cNvPr>
          <p:cNvSpPr>
            <a:spLocks noGrp="1"/>
          </p:cNvSpPr>
          <p:nvPr>
            <p:ph sz="quarter" idx="32" hasCustomPrompt="1"/>
          </p:nvPr>
        </p:nvSpPr>
        <p:spPr>
          <a:xfrm>
            <a:off x="836562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1" name="Text Placeholder 15">
            <a:extLst>
              <a:ext uri="{FF2B5EF4-FFF2-40B4-BE49-F238E27FC236}">
                <a16:creationId xmlns:a16="http://schemas.microsoft.com/office/drawing/2014/main" id="{571D6157-5171-4A88-B293-E5785627E679}"/>
              </a:ext>
            </a:extLst>
          </p:cNvPr>
          <p:cNvSpPr>
            <a:spLocks noGrp="1"/>
          </p:cNvSpPr>
          <p:nvPr>
            <p:ph type="body" sz="quarter" idx="33" hasCustomPrompt="1"/>
          </p:nvPr>
        </p:nvSpPr>
        <p:spPr>
          <a:xfrm>
            <a:off x="879775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2" name="Text Placeholder 15">
            <a:extLst>
              <a:ext uri="{FF2B5EF4-FFF2-40B4-BE49-F238E27FC236}">
                <a16:creationId xmlns:a16="http://schemas.microsoft.com/office/drawing/2014/main" id="{1A0723DC-167A-473B-8982-DB2CD67B7878}"/>
              </a:ext>
            </a:extLst>
          </p:cNvPr>
          <p:cNvSpPr>
            <a:spLocks noGrp="1"/>
          </p:cNvSpPr>
          <p:nvPr>
            <p:ph type="body" sz="quarter" idx="34" hasCustomPrompt="1"/>
          </p:nvPr>
        </p:nvSpPr>
        <p:spPr>
          <a:xfrm>
            <a:off x="879775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3" name="Text Placeholder 20">
            <a:extLst>
              <a:ext uri="{FF2B5EF4-FFF2-40B4-BE49-F238E27FC236}">
                <a16:creationId xmlns:a16="http://schemas.microsoft.com/office/drawing/2014/main" id="{2FD5A5C2-3945-4278-8171-1CFA062D76CD}"/>
              </a:ext>
            </a:extLst>
          </p:cNvPr>
          <p:cNvSpPr>
            <a:spLocks noGrp="1"/>
          </p:cNvSpPr>
          <p:nvPr>
            <p:ph type="body" sz="quarter" idx="35" hasCustomPrompt="1"/>
          </p:nvPr>
        </p:nvSpPr>
        <p:spPr>
          <a:xfrm>
            <a:off x="881902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4" name="Content Placeholder 12">
            <a:extLst>
              <a:ext uri="{FF2B5EF4-FFF2-40B4-BE49-F238E27FC236}">
                <a16:creationId xmlns:a16="http://schemas.microsoft.com/office/drawing/2014/main" id="{3D7C1F14-FF83-4A5C-8785-0569A6264661}"/>
              </a:ext>
            </a:extLst>
          </p:cNvPr>
          <p:cNvSpPr>
            <a:spLocks noGrp="1"/>
          </p:cNvSpPr>
          <p:nvPr>
            <p:ph sz="quarter" idx="36" hasCustomPrompt="1"/>
          </p:nvPr>
        </p:nvSpPr>
        <p:spPr>
          <a:xfrm>
            <a:off x="68847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5" name="Text Placeholder 15">
            <a:extLst>
              <a:ext uri="{FF2B5EF4-FFF2-40B4-BE49-F238E27FC236}">
                <a16:creationId xmlns:a16="http://schemas.microsoft.com/office/drawing/2014/main" id="{FBE7A19C-BA51-4BB3-A97B-787DA18F4333}"/>
              </a:ext>
            </a:extLst>
          </p:cNvPr>
          <p:cNvSpPr>
            <a:spLocks noGrp="1"/>
          </p:cNvSpPr>
          <p:nvPr>
            <p:ph type="body" sz="quarter" idx="37" hasCustomPrompt="1"/>
          </p:nvPr>
        </p:nvSpPr>
        <p:spPr>
          <a:xfrm>
            <a:off x="112060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6" name="Text Placeholder 15">
            <a:extLst>
              <a:ext uri="{FF2B5EF4-FFF2-40B4-BE49-F238E27FC236}">
                <a16:creationId xmlns:a16="http://schemas.microsoft.com/office/drawing/2014/main" id="{8EFD3BF2-E5BF-4460-A89A-9CBD1D82AA56}"/>
              </a:ext>
            </a:extLst>
          </p:cNvPr>
          <p:cNvSpPr>
            <a:spLocks noGrp="1"/>
          </p:cNvSpPr>
          <p:nvPr>
            <p:ph type="body" sz="quarter" idx="38" hasCustomPrompt="1"/>
          </p:nvPr>
        </p:nvSpPr>
        <p:spPr>
          <a:xfrm>
            <a:off x="112060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8" name="Content Placeholder 12">
            <a:extLst>
              <a:ext uri="{FF2B5EF4-FFF2-40B4-BE49-F238E27FC236}">
                <a16:creationId xmlns:a16="http://schemas.microsoft.com/office/drawing/2014/main" id="{8B09213D-B0C4-4971-AFC3-14487E606D83}"/>
              </a:ext>
            </a:extLst>
          </p:cNvPr>
          <p:cNvSpPr>
            <a:spLocks noGrp="1"/>
          </p:cNvSpPr>
          <p:nvPr>
            <p:ph sz="quarter" idx="40" hasCustomPrompt="1"/>
          </p:nvPr>
        </p:nvSpPr>
        <p:spPr>
          <a:xfrm>
            <a:off x="4559418"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9" name="Text Placeholder 15">
            <a:extLst>
              <a:ext uri="{FF2B5EF4-FFF2-40B4-BE49-F238E27FC236}">
                <a16:creationId xmlns:a16="http://schemas.microsoft.com/office/drawing/2014/main" id="{B7C446BC-D372-4F4C-8AEC-4B7E9BBE6764}"/>
              </a:ext>
            </a:extLst>
          </p:cNvPr>
          <p:cNvSpPr>
            <a:spLocks noGrp="1"/>
          </p:cNvSpPr>
          <p:nvPr>
            <p:ph type="body" sz="quarter" idx="41" hasCustomPrompt="1"/>
          </p:nvPr>
        </p:nvSpPr>
        <p:spPr>
          <a:xfrm>
            <a:off x="4980449"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0" name="Text Placeholder 15">
            <a:extLst>
              <a:ext uri="{FF2B5EF4-FFF2-40B4-BE49-F238E27FC236}">
                <a16:creationId xmlns:a16="http://schemas.microsoft.com/office/drawing/2014/main" id="{379728B0-640A-4AEB-A53D-B96E74DEDBFC}"/>
              </a:ext>
            </a:extLst>
          </p:cNvPr>
          <p:cNvSpPr>
            <a:spLocks noGrp="1"/>
          </p:cNvSpPr>
          <p:nvPr>
            <p:ph type="body" sz="quarter" idx="42" hasCustomPrompt="1"/>
          </p:nvPr>
        </p:nvSpPr>
        <p:spPr>
          <a:xfrm>
            <a:off x="4980449"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52" name="Content Placeholder 12">
            <a:extLst>
              <a:ext uri="{FF2B5EF4-FFF2-40B4-BE49-F238E27FC236}">
                <a16:creationId xmlns:a16="http://schemas.microsoft.com/office/drawing/2014/main" id="{2316115E-183D-401B-8D79-7D52C71BE5BB}"/>
              </a:ext>
            </a:extLst>
          </p:cNvPr>
          <p:cNvSpPr>
            <a:spLocks noGrp="1"/>
          </p:cNvSpPr>
          <p:nvPr>
            <p:ph sz="quarter" idx="44" hasCustomPrompt="1"/>
          </p:nvPr>
        </p:nvSpPr>
        <p:spPr>
          <a:xfrm>
            <a:off x="836562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53" name="Text Placeholder 15">
            <a:extLst>
              <a:ext uri="{FF2B5EF4-FFF2-40B4-BE49-F238E27FC236}">
                <a16:creationId xmlns:a16="http://schemas.microsoft.com/office/drawing/2014/main" id="{5106E342-47D6-4C57-9118-A96CCCEB4E0E}"/>
              </a:ext>
            </a:extLst>
          </p:cNvPr>
          <p:cNvSpPr>
            <a:spLocks noGrp="1"/>
          </p:cNvSpPr>
          <p:nvPr>
            <p:ph type="body" sz="quarter" idx="45" hasCustomPrompt="1"/>
          </p:nvPr>
        </p:nvSpPr>
        <p:spPr>
          <a:xfrm>
            <a:off x="879775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4" name="Text Placeholder 15">
            <a:extLst>
              <a:ext uri="{FF2B5EF4-FFF2-40B4-BE49-F238E27FC236}">
                <a16:creationId xmlns:a16="http://schemas.microsoft.com/office/drawing/2014/main" id="{5CDB8DBC-A756-4D95-B21B-BDFC207DBDC0}"/>
              </a:ext>
            </a:extLst>
          </p:cNvPr>
          <p:cNvSpPr>
            <a:spLocks noGrp="1"/>
          </p:cNvSpPr>
          <p:nvPr>
            <p:ph type="body" sz="quarter" idx="46" hasCustomPrompt="1"/>
          </p:nvPr>
        </p:nvSpPr>
        <p:spPr>
          <a:xfrm>
            <a:off x="879775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pic>
        <p:nvPicPr>
          <p:cNvPr id="51" name="Picture 50">
            <a:extLst>
              <a:ext uri="{FF2B5EF4-FFF2-40B4-BE49-F238E27FC236}">
                <a16:creationId xmlns:a16="http://schemas.microsoft.com/office/drawing/2014/main" id="{D7182E29-C7AC-013C-C6C7-4BBA4EF833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56000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4CEE259B-5A66-48E0-9302-42413213AC23}"/>
              </a:ext>
            </a:extLst>
          </p:cNvPr>
          <p:cNvSpPr/>
          <p:nvPr userDrawn="1"/>
        </p:nvSpPr>
        <p:spPr>
          <a:xfrm>
            <a:off x="0" y="1"/>
            <a:ext cx="50504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3384550" cy="664797"/>
          </a:xfrm>
        </p:spPr>
        <p:txBody>
          <a:bodyPr vert="horz" wrap="square" lIns="0" tIns="0" rIns="0" bIns="0" rtlCol="0" anchor="t">
            <a:spAutoFit/>
          </a:bodyPr>
          <a:lstStyle>
            <a:lvl1pPr>
              <a:defRPr lang="en-AU" sz="5400" spc="0" baseline="0" dirty="0">
                <a:solidFill>
                  <a:schemeClr val="accent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tx1"/>
                </a:solidFill>
              </a:defRPr>
            </a:lvl1pPr>
          </a:lstStyle>
          <a:p>
            <a:endParaRPr lang="en-AU" dirty="0"/>
          </a:p>
        </p:txBody>
      </p:sp>
      <p:sp>
        <p:nvSpPr>
          <p:cNvPr id="4" name="Slide Number Placeholder 3">
            <a:extLst>
              <a:ext uri="{FF2B5EF4-FFF2-40B4-BE49-F238E27FC236}">
                <a16:creationId xmlns:a16="http://schemas.microsoft.com/office/drawing/2014/main" id="{B3A60075-4FD5-4917-9451-8EC631DECFE5}"/>
              </a:ext>
            </a:extLst>
          </p:cNvPr>
          <p:cNvSpPr>
            <a:spLocks noGrp="1"/>
          </p:cNvSpPr>
          <p:nvPr>
            <p:ph type="sldNum" sz="quarter" idx="11"/>
          </p:nvPr>
        </p:nvSpPr>
        <p:spPr>
          <a:xfrm>
            <a:off x="11208568" y="6526800"/>
            <a:ext cx="288032" cy="144000"/>
          </a:xfrm>
        </p:spPr>
        <p:txBody>
          <a:bodyPr/>
          <a:lstStyle>
            <a:lvl1pPr>
              <a:defRPr>
                <a:solidFill>
                  <a:schemeClr val="tx1"/>
                </a:solidFill>
              </a:defRPr>
            </a:lvl1pPr>
          </a:lstStyle>
          <a:p>
            <a:fld id="{E917DE0E-AFB1-41FD-BC35-27DB61CA125F}" type="slidenum">
              <a:rPr lang="en-AU" smtClean="0"/>
              <a:pPr/>
              <a:t>‹#›</a:t>
            </a:fld>
            <a:endParaRPr lang="en-AU" dirty="0"/>
          </a:p>
        </p:txBody>
      </p:sp>
      <p:sp>
        <p:nvSpPr>
          <p:cNvPr id="6" name="Table Placeholder 5">
            <a:extLst>
              <a:ext uri="{FF2B5EF4-FFF2-40B4-BE49-F238E27FC236}">
                <a16:creationId xmlns:a16="http://schemas.microsoft.com/office/drawing/2014/main" id="{1D5125DE-EAB9-47E1-BC95-9200E9193715}"/>
              </a:ext>
            </a:extLst>
          </p:cNvPr>
          <p:cNvSpPr>
            <a:spLocks noGrp="1"/>
          </p:cNvSpPr>
          <p:nvPr>
            <p:ph type="tbl" sz="quarter" idx="12"/>
          </p:nvPr>
        </p:nvSpPr>
        <p:spPr>
          <a:xfrm>
            <a:off x="6096000" y="1557338"/>
            <a:ext cx="5400675" cy="4751387"/>
          </a:xfrm>
          <a:prstGeom prst="rect">
            <a:avLst/>
          </a:prstGeom>
        </p:spPr>
        <p:txBody>
          <a:bodyPr/>
          <a:lstStyle/>
          <a:p>
            <a:r>
              <a:rPr lang="en-US"/>
              <a:t>Click icon to add table</a:t>
            </a:r>
            <a:endParaRPr lang="en-AU"/>
          </a:p>
        </p:txBody>
      </p:sp>
      <p:pic>
        <p:nvPicPr>
          <p:cNvPr id="8" name="Picture 7">
            <a:extLst>
              <a:ext uri="{FF2B5EF4-FFF2-40B4-BE49-F238E27FC236}">
                <a16:creationId xmlns:a16="http://schemas.microsoft.com/office/drawing/2014/main" id="{CC6BD600-58DD-3483-3A7A-7A4FC443252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12668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5778" y="1557338"/>
            <a:ext cx="647613" cy="498598"/>
          </a:xfrm>
          <a:noFill/>
        </p:spPr>
        <p:txBody>
          <a:bodyPr wrap="none" lIns="0" tIns="0" rIns="0" bIns="0" rtlCol="0">
            <a:spAutoFit/>
          </a:bodyPr>
          <a:lstStyle>
            <a:lvl1pPr>
              <a:defRPr lang="en-AU" sz="3600" spc="0" baseline="0" dirty="0">
                <a:solidFill>
                  <a:schemeClr val="tx2"/>
                </a:solidFill>
                <a:latin typeface="Gotham Medium" panose="02000604030000020004" pitchFamily="50" charset="0"/>
                <a:ea typeface="+mn-ea"/>
                <a:cs typeface="+mn-cs"/>
              </a:defRPr>
            </a:lvl1pPr>
          </a:lstStyle>
          <a:p>
            <a:pPr marL="0" lvl="0" algn="r"/>
            <a:r>
              <a:rPr lang="en-US" dirty="0"/>
              <a:t>##</a:t>
            </a:r>
            <a:endParaRPr lang="en-AU" dirty="0"/>
          </a:p>
        </p:txBody>
      </p:sp>
      <p:sp>
        <p:nvSpPr>
          <p:cNvPr id="16" name="Freeform: Shape 15">
            <a:extLst>
              <a:ext uri="{FF2B5EF4-FFF2-40B4-BE49-F238E27FC236}">
                <a16:creationId xmlns:a16="http://schemas.microsoft.com/office/drawing/2014/main" id="{CF4EAA35-7624-467A-AA0C-E7DE247BC9C7}"/>
              </a:ext>
            </a:extLst>
          </p:cNvPr>
          <p:cNvSpPr/>
          <p:nvPr/>
        </p:nvSpPr>
        <p:spPr>
          <a:xfrm>
            <a:off x="-1" y="3748429"/>
            <a:ext cx="12200354" cy="3109571"/>
          </a:xfrm>
          <a:custGeom>
            <a:avLst/>
            <a:gdLst>
              <a:gd name="connsiteX0" fmla="*/ 0 w 12200354"/>
              <a:gd name="connsiteY0" fmla="*/ 203868 h 3109571"/>
              <a:gd name="connsiteX1" fmla="*/ 11945 w 12200354"/>
              <a:gd name="connsiteY1" fmla="*/ 427414 h 3109571"/>
              <a:gd name="connsiteX2" fmla="*/ 2547169 w 12200354"/>
              <a:gd name="connsiteY2" fmla="*/ 3109399 h 3109571"/>
              <a:gd name="connsiteX3" fmla="*/ 2707755 w 12200354"/>
              <a:gd name="connsiteY3" fmla="*/ 3109399 h 3109571"/>
              <a:gd name="connsiteX4" fmla="*/ 2707755 w 12200354"/>
              <a:gd name="connsiteY4" fmla="*/ 3109571 h 3109571"/>
              <a:gd name="connsiteX5" fmla="*/ 0 w 12200354"/>
              <a:gd name="connsiteY5" fmla="*/ 3109571 h 3109571"/>
              <a:gd name="connsiteX6" fmla="*/ 12199992 w 12200354"/>
              <a:gd name="connsiteY6" fmla="*/ 0 h 3109571"/>
              <a:gd name="connsiteX7" fmla="*/ 12200354 w 12200354"/>
              <a:gd name="connsiteY7" fmla="*/ 0 h 3109571"/>
              <a:gd name="connsiteX8" fmla="*/ 12200354 w 12200354"/>
              <a:gd name="connsiteY8" fmla="*/ 3109571 h 3109571"/>
              <a:gd name="connsiteX9" fmla="*/ 9492599 w 12200354"/>
              <a:gd name="connsiteY9" fmla="*/ 3109571 h 3109571"/>
              <a:gd name="connsiteX10" fmla="*/ 9492599 w 12200354"/>
              <a:gd name="connsiteY10" fmla="*/ 3109399 h 3109571"/>
              <a:gd name="connsiteX11" fmla="*/ 12199992 w 12200354"/>
              <a:gd name="connsiteY11" fmla="*/ 3109399 h 3109571"/>
              <a:gd name="connsiteX12" fmla="*/ 10882585 w 12200354"/>
              <a:gd name="connsiteY12" fmla="*/ 2689921 h 3109571"/>
              <a:gd name="connsiteX13" fmla="*/ 9954919 w 12200354"/>
              <a:gd name="connsiteY13" fmla="*/ 2853835 h 3109571"/>
              <a:gd name="connsiteX14" fmla="*/ 10955864 w 12200354"/>
              <a:gd name="connsiteY14" fmla="*/ 2008077 h 3109571"/>
              <a:gd name="connsiteX15" fmla="*/ 12199992 w 12200354"/>
              <a:gd name="connsiteY15" fmla="*/ 1975802 h 310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0354" h="3109571">
                <a:moveTo>
                  <a:pt x="0" y="203868"/>
                </a:moveTo>
                <a:lnTo>
                  <a:pt x="11945" y="427414"/>
                </a:lnTo>
                <a:cubicBezTo>
                  <a:pt x="134227" y="1577204"/>
                  <a:pt x="1155955" y="2686070"/>
                  <a:pt x="2547169" y="3109399"/>
                </a:cubicBezTo>
                <a:lnTo>
                  <a:pt x="2707755" y="3109399"/>
                </a:lnTo>
                <a:lnTo>
                  <a:pt x="2707755" y="3109571"/>
                </a:lnTo>
                <a:lnTo>
                  <a:pt x="0" y="3109571"/>
                </a:lnTo>
                <a:close/>
                <a:moveTo>
                  <a:pt x="12199992" y="0"/>
                </a:moveTo>
                <a:lnTo>
                  <a:pt x="12200354" y="0"/>
                </a:lnTo>
                <a:lnTo>
                  <a:pt x="12200354" y="3109571"/>
                </a:lnTo>
                <a:lnTo>
                  <a:pt x="9492599" y="3109571"/>
                </a:lnTo>
                <a:lnTo>
                  <a:pt x="9492599" y="3109399"/>
                </a:lnTo>
                <a:lnTo>
                  <a:pt x="12199992" y="3109399"/>
                </a:lnTo>
                <a:cubicBezTo>
                  <a:pt x="11894797" y="3067888"/>
                  <a:pt x="11363064" y="2835363"/>
                  <a:pt x="10882585" y="2689921"/>
                </a:cubicBezTo>
                <a:cubicBezTo>
                  <a:pt x="10337759" y="2524687"/>
                  <a:pt x="10216776" y="2633084"/>
                  <a:pt x="9954919" y="2853835"/>
                </a:cubicBezTo>
                <a:cubicBezTo>
                  <a:pt x="10012263" y="2785427"/>
                  <a:pt x="10640823" y="2173819"/>
                  <a:pt x="10955864" y="2008077"/>
                </a:cubicBezTo>
                <a:cubicBezTo>
                  <a:pt x="11572550" y="1683293"/>
                  <a:pt x="12159598" y="1961999"/>
                  <a:pt x="12199992" y="1975802"/>
                </a:cubicBezTo>
                <a:close/>
              </a:path>
            </a:pathLst>
          </a:custGeom>
          <a:gradFill>
            <a:gsLst>
              <a:gs pos="82000">
                <a:schemeClr val="accent1"/>
              </a:gs>
              <a:gs pos="0">
                <a:schemeClr val="accent2"/>
              </a:gs>
            </a:gsLst>
            <a:lin ang="16200000" scaled="1"/>
          </a:gradFill>
          <a:ln w="14480" cap="flat">
            <a:noFill/>
            <a:prstDash val="solid"/>
            <a:miter/>
          </a:ln>
        </p:spPr>
        <p:txBody>
          <a:bodyPr wrap="square" rtlCol="0" anchor="ctr">
            <a:noAutofit/>
          </a:bodyPr>
          <a:lstStyle/>
          <a:p>
            <a:endParaRPr lang="en-US"/>
          </a:p>
        </p:txBody>
      </p:sp>
      <p:sp>
        <p:nvSpPr>
          <p:cNvPr id="19" name="Text Placeholder 6">
            <a:extLst>
              <a:ext uri="{FF2B5EF4-FFF2-40B4-BE49-F238E27FC236}">
                <a16:creationId xmlns:a16="http://schemas.microsoft.com/office/drawing/2014/main" id="{CE23A13F-B496-456B-9B43-0A8D71E8485A}"/>
              </a:ext>
            </a:extLst>
          </p:cNvPr>
          <p:cNvSpPr>
            <a:spLocks noGrp="1"/>
          </p:cNvSpPr>
          <p:nvPr>
            <p:ph type="body" sz="quarter" idx="10" hasCustomPrompt="1"/>
          </p:nvPr>
        </p:nvSpPr>
        <p:spPr>
          <a:xfrm>
            <a:off x="2798490" y="2060848"/>
            <a:ext cx="2804901" cy="1495794"/>
          </a:xfrm>
          <a:prstGeom prst="rect">
            <a:avLst/>
          </a:prstGeom>
          <a:noFill/>
        </p:spPr>
        <p:txBody>
          <a:bodyPr wrap="square" lIns="0" tIns="0" rIns="0" bIns="0" rtlCol="0">
            <a:spAutoFit/>
          </a:bodyPr>
          <a:lstStyle>
            <a:lvl1pPr algn="r">
              <a:lnSpc>
                <a:spcPct val="80000"/>
              </a:lnSpc>
              <a:spcBef>
                <a:spcPts val="0"/>
              </a:spcBef>
              <a:spcAft>
                <a:spcPts val="0"/>
              </a:spcAft>
              <a:defRPr lang="en-US" sz="5400" b="0" spc="0" baseline="0" dirty="0" smtClean="0">
                <a:latin typeface="+mj-lt"/>
              </a:defRPr>
            </a:lvl1pPr>
          </a:lstStyle>
          <a:p>
            <a:pPr lvl="0" algn="r">
              <a:lnSpc>
                <a:spcPct val="90000"/>
              </a:lnSpc>
            </a:pPr>
            <a:r>
              <a:rPr lang="en-US" dirty="0"/>
              <a:t>Divider slide</a:t>
            </a:r>
          </a:p>
        </p:txBody>
      </p:sp>
      <p:cxnSp>
        <p:nvCxnSpPr>
          <p:cNvPr id="20" name="Straight Connector 19">
            <a:extLst>
              <a:ext uri="{FF2B5EF4-FFF2-40B4-BE49-F238E27FC236}">
                <a16:creationId xmlns:a16="http://schemas.microsoft.com/office/drawing/2014/main" id="{192B8BD1-AB9B-4185-BA75-587A559ADF7D}"/>
              </a:ext>
            </a:extLst>
          </p:cNvPr>
          <p:cNvCxnSpPr>
            <a:cxnSpLocks/>
          </p:cNvCxnSpPr>
          <p:nvPr userDrawn="1"/>
        </p:nvCxnSpPr>
        <p:spPr>
          <a:xfrm>
            <a:off x="5903913" y="1541934"/>
            <a:ext cx="0" cy="396044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 Placeholder 21">
            <a:extLst>
              <a:ext uri="{FF2B5EF4-FFF2-40B4-BE49-F238E27FC236}">
                <a16:creationId xmlns:a16="http://schemas.microsoft.com/office/drawing/2014/main" id="{64075AFB-4FF9-45DE-BEAC-0FE3DB14EFB1}"/>
              </a:ext>
            </a:extLst>
          </p:cNvPr>
          <p:cNvSpPr>
            <a:spLocks noGrp="1"/>
          </p:cNvSpPr>
          <p:nvPr>
            <p:ph type="body" sz="quarter" idx="13" hasCustomPrompt="1"/>
          </p:nvPr>
        </p:nvSpPr>
        <p:spPr>
          <a:xfrm>
            <a:off x="6127998" y="4209712"/>
            <a:ext cx="2102991" cy="1292662"/>
          </a:xfrm>
          <a:noFill/>
        </p:spPr>
        <p:txBody>
          <a:bodyPr wrap="square" lIns="0" tIns="0" rIns="0" bIns="0" rtlCol="0" anchor="b" anchorCtr="0">
            <a:spAutoFit/>
          </a:bodyPr>
          <a:lstStyle>
            <a:lvl1pPr>
              <a:lnSpc>
                <a:spcPct val="100000"/>
              </a:lnSpc>
              <a:defRPr lang="en-US" sz="1400" b="0" spc="0" baseline="0" smtClean="0"/>
            </a:lvl1pPr>
            <a:lvl2pPr>
              <a:defRPr lang="en-US" sz="1800" smtClean="0"/>
            </a:lvl2pPr>
            <a:lvl3pPr>
              <a:defRPr lang="en-US" sz="1800" smtClean="0"/>
            </a:lvl3pPr>
            <a:lvl4pPr>
              <a:defRPr lang="en-US" sz="1800" smtClean="0"/>
            </a:lvl4pPr>
            <a:lvl5pPr>
              <a:defRPr lang="en-AU"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endParaRPr lang="en-US" dirty="0"/>
          </a:p>
        </p:txBody>
      </p:sp>
      <p:pic>
        <p:nvPicPr>
          <p:cNvPr id="8" name="Picture 7">
            <a:extLst>
              <a:ext uri="{FF2B5EF4-FFF2-40B4-BE49-F238E27FC236}">
                <a16:creationId xmlns:a16="http://schemas.microsoft.com/office/drawing/2014/main" id="{36C9908F-0A19-72D8-626A-E820312739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gradFill>
          <a:gsLst>
            <a:gs pos="82000">
              <a:schemeClr val="accent1"/>
            </a:gs>
            <a:gs pos="0">
              <a:schemeClr val="accent2"/>
            </a:gs>
          </a:gsLst>
          <a:lin ang="162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79576" y="1705365"/>
            <a:ext cx="628377" cy="609398"/>
          </a:xfrm>
          <a:noFill/>
        </p:spPr>
        <p:txBody>
          <a:bodyPr wrap="none" lIns="0" tIns="0" rIns="0" bIns="0" rtlCol="0">
            <a:spAutoFit/>
          </a:bodyPr>
          <a:lstStyle>
            <a:lvl1pPr>
              <a:defRPr lang="en-AU" sz="4400" spc="0" baseline="0" dirty="0">
                <a:solidFill>
                  <a:schemeClr val="bg1">
                    <a:alpha val="54000"/>
                  </a:schemeClr>
                </a:solidFill>
                <a:latin typeface="+mn-lt"/>
                <a:ea typeface="+mn-ea"/>
                <a:cs typeface="+mn-cs"/>
              </a:defRPr>
            </a:lvl1pPr>
          </a:lstStyle>
          <a:p>
            <a:pPr marL="0" lvl="0"/>
            <a:r>
              <a:rPr lang="en-US" dirty="0"/>
              <a:t>##</a:t>
            </a:r>
            <a:endParaRPr lang="en-AU" dirty="0"/>
          </a:p>
        </p:txBody>
      </p:sp>
      <p:sp>
        <p:nvSpPr>
          <p:cNvPr id="7" name="Text Placeholder 6"/>
          <p:cNvSpPr>
            <a:spLocks noGrp="1"/>
          </p:cNvSpPr>
          <p:nvPr>
            <p:ph type="body" sz="quarter" idx="10" hasCustomPrompt="1"/>
          </p:nvPr>
        </p:nvSpPr>
        <p:spPr>
          <a:xfrm>
            <a:off x="2295736" y="2407097"/>
            <a:ext cx="7632171" cy="1030539"/>
          </a:xfrm>
          <a:prstGeom prst="rect">
            <a:avLst/>
          </a:prstGeom>
          <a:noFill/>
        </p:spPr>
        <p:txBody>
          <a:bodyPr wrap="square" lIns="0" tIns="0" rIns="0" bIns="0" rtlCol="0">
            <a:spAutoFit/>
          </a:bodyPr>
          <a:lstStyle>
            <a:lvl1pPr>
              <a:defRPr lang="en-US" sz="6600" b="0" spc="0" baseline="0" dirty="0">
                <a:solidFill>
                  <a:schemeClr val="bg1"/>
                </a:solidFill>
                <a:latin typeface="+mn-lt"/>
              </a:defRPr>
            </a:lvl1pPr>
          </a:lstStyle>
          <a:p>
            <a:pPr lvl="0"/>
            <a:r>
              <a:rPr lang="en-US" dirty="0"/>
              <a:t>Divider slide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grpSp>
        <p:nvGrpSpPr>
          <p:cNvPr id="13" name="Group 12">
            <a:extLst>
              <a:ext uri="{FF2B5EF4-FFF2-40B4-BE49-F238E27FC236}">
                <a16:creationId xmlns:a16="http://schemas.microsoft.com/office/drawing/2014/main" id="{7DF7CB7E-3B6B-4D2E-86A1-641B43A0A14C}"/>
              </a:ext>
            </a:extLst>
          </p:cNvPr>
          <p:cNvGrpSpPr/>
          <p:nvPr userDrawn="1"/>
        </p:nvGrpSpPr>
        <p:grpSpPr>
          <a:xfrm>
            <a:off x="0" y="3748429"/>
            <a:ext cx="12200354" cy="3109571"/>
            <a:chOff x="0" y="2420888"/>
            <a:chExt cx="17408940" cy="4437112"/>
          </a:xfrm>
          <a:solidFill>
            <a:srgbClr val="FFFFFF"/>
          </a:solidFill>
        </p:grpSpPr>
        <p:sp>
          <p:nvSpPr>
            <p:cNvPr id="14" name="Freeform: Shape 13">
              <a:extLst>
                <a:ext uri="{FF2B5EF4-FFF2-40B4-BE49-F238E27FC236}">
                  <a16:creationId xmlns:a16="http://schemas.microsoft.com/office/drawing/2014/main" id="{76E0EACE-D844-41BE-AB6F-4F5D1E92ADE8}"/>
                </a:ext>
              </a:extLst>
            </p:cNvPr>
            <p:cNvSpPr/>
            <p:nvPr/>
          </p:nvSpPr>
          <p:spPr>
            <a:xfrm>
              <a:off x="13545188" y="2420888"/>
              <a:ext cx="3863752" cy="4437112"/>
            </a:xfrm>
            <a:custGeom>
              <a:avLst/>
              <a:gdLst>
                <a:gd name="connsiteX0" fmla="*/ 3863236 w 3863752"/>
                <a:gd name="connsiteY0" fmla="*/ 0 h 4437112"/>
                <a:gd name="connsiteX1" fmla="*/ 3863752 w 3863752"/>
                <a:gd name="connsiteY1" fmla="*/ 0 h 4437112"/>
                <a:gd name="connsiteX2" fmla="*/ 3863752 w 3863752"/>
                <a:gd name="connsiteY2" fmla="*/ 4437112 h 4437112"/>
                <a:gd name="connsiteX3" fmla="*/ 0 w 3863752"/>
                <a:gd name="connsiteY3" fmla="*/ 4437112 h 4437112"/>
                <a:gd name="connsiteX4" fmla="*/ 0 w 3863752"/>
                <a:gd name="connsiteY4" fmla="*/ 4436866 h 4437112"/>
                <a:gd name="connsiteX5" fmla="*/ 3863236 w 3863752"/>
                <a:gd name="connsiteY5" fmla="*/ 4436866 h 4437112"/>
                <a:gd name="connsiteX6" fmla="*/ 1983400 w 3863752"/>
                <a:gd name="connsiteY6" fmla="*/ 3838304 h 4437112"/>
                <a:gd name="connsiteX7" fmla="*/ 659694 w 3863752"/>
                <a:gd name="connsiteY7" fmla="*/ 4072197 h 4437112"/>
                <a:gd name="connsiteX8" fmla="*/ 2087964 w 3863752"/>
                <a:gd name="connsiteY8" fmla="*/ 2865367 h 4437112"/>
                <a:gd name="connsiteX9" fmla="*/ 3863236 w 3863752"/>
                <a:gd name="connsiteY9" fmla="*/ 2819313 h 4437112"/>
                <a:gd name="connsiteX10" fmla="*/ 3863236 w 3863752"/>
                <a:gd name="connsiteY10" fmla="*/ 0 h 4437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63752" h="4437112">
                  <a:moveTo>
                    <a:pt x="3863236" y="0"/>
                  </a:moveTo>
                  <a:lnTo>
                    <a:pt x="3863752" y="0"/>
                  </a:lnTo>
                  <a:lnTo>
                    <a:pt x="3863752" y="4437112"/>
                  </a:lnTo>
                  <a:lnTo>
                    <a:pt x="0" y="4437112"/>
                  </a:lnTo>
                  <a:lnTo>
                    <a:pt x="0" y="4436866"/>
                  </a:lnTo>
                  <a:lnTo>
                    <a:pt x="3863236" y="4436866"/>
                  </a:lnTo>
                  <a:cubicBezTo>
                    <a:pt x="3427746" y="4377634"/>
                    <a:pt x="2669005" y="4045839"/>
                    <a:pt x="1983400" y="3838304"/>
                  </a:cubicBezTo>
                  <a:cubicBezTo>
                    <a:pt x="1205976" y="3602529"/>
                    <a:pt x="1033343" y="3757202"/>
                    <a:pt x="659694" y="4072197"/>
                  </a:cubicBezTo>
                  <a:cubicBezTo>
                    <a:pt x="741520" y="3974584"/>
                    <a:pt x="1638425" y="3101867"/>
                    <a:pt x="2087964" y="2865367"/>
                  </a:cubicBezTo>
                  <a:cubicBezTo>
                    <a:pt x="2967925" y="2401926"/>
                    <a:pt x="3805596" y="2799617"/>
                    <a:pt x="3863236" y="2819313"/>
                  </a:cubicBezTo>
                  <a:lnTo>
                    <a:pt x="3863236" y="0"/>
                  </a:lnTo>
                  <a:close/>
                </a:path>
              </a:pathLst>
            </a:custGeom>
            <a:grpFill/>
            <a:ln w="1448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FD26C57F-8D87-4F49-981A-49DD5DA143F0}"/>
                </a:ext>
              </a:extLst>
            </p:cNvPr>
            <p:cNvSpPr/>
            <p:nvPr/>
          </p:nvSpPr>
          <p:spPr>
            <a:xfrm>
              <a:off x="0" y="2711792"/>
              <a:ext cx="3863752" cy="4146208"/>
            </a:xfrm>
            <a:custGeom>
              <a:avLst/>
              <a:gdLst>
                <a:gd name="connsiteX0" fmla="*/ 0 w 3863752"/>
                <a:gd name="connsiteY0" fmla="*/ 0 h 4146208"/>
                <a:gd name="connsiteX1" fmla="*/ 17045 w 3863752"/>
                <a:gd name="connsiteY1" fmla="*/ 318982 h 4146208"/>
                <a:gd name="connsiteX2" fmla="*/ 3634608 w 3863752"/>
                <a:gd name="connsiteY2" fmla="*/ 4145962 h 4146208"/>
                <a:gd name="connsiteX3" fmla="*/ 3863752 w 3863752"/>
                <a:gd name="connsiteY3" fmla="*/ 4145962 h 4146208"/>
                <a:gd name="connsiteX4" fmla="*/ 3863752 w 3863752"/>
                <a:gd name="connsiteY4" fmla="*/ 4146208 h 4146208"/>
                <a:gd name="connsiteX5" fmla="*/ 0 w 3863752"/>
                <a:gd name="connsiteY5" fmla="*/ 4146208 h 414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63752" h="4146208">
                  <a:moveTo>
                    <a:pt x="0" y="0"/>
                  </a:moveTo>
                  <a:lnTo>
                    <a:pt x="17045" y="318982"/>
                  </a:lnTo>
                  <a:cubicBezTo>
                    <a:pt x="191531" y="1959641"/>
                    <a:pt x="1649456" y="3541906"/>
                    <a:pt x="3634608" y="4145962"/>
                  </a:cubicBezTo>
                  <a:lnTo>
                    <a:pt x="3863752" y="4145962"/>
                  </a:lnTo>
                  <a:lnTo>
                    <a:pt x="3863752" y="4146208"/>
                  </a:lnTo>
                  <a:lnTo>
                    <a:pt x="0" y="414620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9" name="Picture 8">
            <a:extLst>
              <a:ext uri="{FF2B5EF4-FFF2-40B4-BE49-F238E27FC236}">
                <a16:creationId xmlns:a16="http://schemas.microsoft.com/office/drawing/2014/main" id="{14A434C0-E4FD-1B3E-2128-9DA333B45C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427516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3CC0AC9-AFD2-411F-B1BC-50BB961832D9}"/>
              </a:ext>
            </a:extLst>
          </p:cNvPr>
          <p:cNvSpPr>
            <a:spLocks noGrp="1"/>
          </p:cNvSpPr>
          <p:nvPr>
            <p:ph type="body" sz="quarter" idx="24"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50000">
                <a:schemeClr val="tx1">
                  <a:alpha val="0"/>
                </a:schemeClr>
              </a:gs>
            </a:gsLst>
            <a:lin ang="1800000" scaled="0"/>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ctr">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407368"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5" name="Title 1">
            <a:extLst>
              <a:ext uri="{FF2B5EF4-FFF2-40B4-BE49-F238E27FC236}">
                <a16:creationId xmlns:a16="http://schemas.microsoft.com/office/drawing/2014/main" id="{C94CA15D-2F52-4803-BDAE-1E7449D1A8A5}"/>
              </a:ext>
            </a:extLst>
          </p:cNvPr>
          <p:cNvSpPr>
            <a:spLocks noGrp="1"/>
          </p:cNvSpPr>
          <p:nvPr>
            <p:ph type="title" hasCustomPrompt="1"/>
          </p:nvPr>
        </p:nvSpPr>
        <p:spPr>
          <a:xfrm>
            <a:off x="1127448" y="1557338"/>
            <a:ext cx="512961" cy="498598"/>
          </a:xfrm>
          <a:noFill/>
        </p:spPr>
        <p:txBody>
          <a:bodyPr wrap="none" lIns="0" tIns="0" rIns="0" bIns="0" rtlCol="0">
            <a:spAutoFit/>
          </a:bodyPr>
          <a:lstStyle>
            <a:lvl1pPr>
              <a:defRPr lang="en-AU" sz="3600" spc="0" baseline="0" dirty="0">
                <a:solidFill>
                  <a:schemeClr val="bg1"/>
                </a:solidFill>
                <a:latin typeface="+mn-lt"/>
                <a:ea typeface="+mn-ea"/>
                <a:cs typeface="+mn-cs"/>
              </a:defRPr>
            </a:lvl1pPr>
          </a:lstStyle>
          <a:p>
            <a:pPr marL="0" lvl="0" algn="r"/>
            <a:r>
              <a:rPr lang="en-US" dirty="0"/>
              <a:t>##</a:t>
            </a:r>
            <a:endParaRPr lang="en-AU" dirty="0"/>
          </a:p>
        </p:txBody>
      </p:sp>
      <p:sp>
        <p:nvSpPr>
          <p:cNvPr id="26" name="Text Placeholder 6">
            <a:extLst>
              <a:ext uri="{FF2B5EF4-FFF2-40B4-BE49-F238E27FC236}">
                <a16:creationId xmlns:a16="http://schemas.microsoft.com/office/drawing/2014/main" id="{260FF8B9-2D7B-497E-87E0-AFAC01227A34}"/>
              </a:ext>
            </a:extLst>
          </p:cNvPr>
          <p:cNvSpPr>
            <a:spLocks noGrp="1"/>
          </p:cNvSpPr>
          <p:nvPr>
            <p:ph type="body" sz="quarter" idx="15" hasCustomPrompt="1"/>
          </p:nvPr>
        </p:nvSpPr>
        <p:spPr>
          <a:xfrm>
            <a:off x="1127448" y="2132260"/>
            <a:ext cx="2952427" cy="1495794"/>
          </a:xfrm>
          <a:prstGeom prst="rect">
            <a:avLst/>
          </a:prstGeom>
          <a:noFill/>
        </p:spPr>
        <p:txBody>
          <a:bodyPr wrap="square" lIns="0" tIns="0" rIns="0" bIns="0" rtlCol="0">
            <a:spAutoFit/>
          </a:bodyPr>
          <a:lstStyle>
            <a:lvl1pPr>
              <a:lnSpc>
                <a:spcPct val="80000"/>
              </a:lnSpc>
              <a:defRPr lang="en-US" sz="5400" b="0" spc="0" baseline="0" dirty="0">
                <a:solidFill>
                  <a:schemeClr val="bg1"/>
                </a:solidFill>
                <a:latin typeface="+mn-lt"/>
              </a:defRPr>
            </a:lvl1pPr>
          </a:lstStyle>
          <a:p>
            <a:pPr lvl="0">
              <a:lnSpc>
                <a:spcPct val="90000"/>
              </a:lnSpc>
            </a:pPr>
            <a:r>
              <a:rPr lang="en-US" dirty="0"/>
              <a:t>Divider slide</a:t>
            </a:r>
          </a:p>
        </p:txBody>
      </p:sp>
      <p:sp>
        <p:nvSpPr>
          <p:cNvPr id="27" name="Text Placeholder 21">
            <a:extLst>
              <a:ext uri="{FF2B5EF4-FFF2-40B4-BE49-F238E27FC236}">
                <a16:creationId xmlns:a16="http://schemas.microsoft.com/office/drawing/2014/main" id="{9E4A743E-85AA-4861-BE9B-D0A887D85162}"/>
              </a:ext>
            </a:extLst>
          </p:cNvPr>
          <p:cNvSpPr>
            <a:spLocks noGrp="1"/>
          </p:cNvSpPr>
          <p:nvPr>
            <p:ph type="body" sz="quarter" idx="16" hasCustomPrompt="1"/>
          </p:nvPr>
        </p:nvSpPr>
        <p:spPr>
          <a:xfrm>
            <a:off x="1127448" y="3760012"/>
            <a:ext cx="2952427" cy="861774"/>
          </a:xfrm>
          <a:noFill/>
        </p:spPr>
        <p:txBody>
          <a:bodyPr wrap="square" lIns="0" tIns="0" rIns="0" bIns="0" rtlCol="0" anchor="t" anchorCtr="0">
            <a:spAutoFit/>
          </a:bodyPr>
          <a:lstStyle>
            <a:lvl1pPr>
              <a:lnSpc>
                <a:spcPct val="100000"/>
              </a:lnSpc>
              <a:defRPr lang="en-US" sz="1400" b="0" spc="0" baseline="0" smtClean="0">
                <a:solidFill>
                  <a:schemeClr val="bg1"/>
                </a:solidFill>
                <a:latin typeface="+mn-lt"/>
              </a:defRPr>
            </a:lvl1pPr>
            <a:lvl2pPr>
              <a:defRPr lang="en-US" sz="1800" smtClean="0"/>
            </a:lvl2pPr>
            <a:lvl3pPr>
              <a:defRPr lang="en-US" sz="1800" smtClean="0"/>
            </a:lvl3pPr>
            <a:lvl4pPr>
              <a:defRPr lang="en-US" sz="1800" smtClean="0"/>
            </a:lvl4pPr>
            <a:lvl5pPr>
              <a:defRPr lang="en-AU"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endParaRPr lang="en-US"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2030400"/>
            <a:ext cx="9577138" cy="406364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695326" y="763960"/>
            <a:ext cx="9577138" cy="469056"/>
          </a:xfrm>
        </p:spPr>
        <p:txBody>
          <a:bodyPr/>
          <a:lstStyle>
            <a:lvl1pPr>
              <a:defRPr sz="3800"/>
            </a:lvl1pPr>
          </a:lstStyle>
          <a:p>
            <a:r>
              <a:rPr lang="en-US"/>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5" name="Text Placeholder 5">
            <a:extLst>
              <a:ext uri="{FF2B5EF4-FFF2-40B4-BE49-F238E27FC236}">
                <a16:creationId xmlns:a16="http://schemas.microsoft.com/office/drawing/2014/main" id="{243CB3D8-2629-4424-B4A4-6246A0F1B642}"/>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448768"/>
            <a:ext cx="9577138" cy="4645272"/>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695326" y="763960"/>
            <a:ext cx="9577138" cy="469056"/>
          </a:xfrm>
        </p:spPr>
        <p:txBody>
          <a:bodyPr/>
          <a:lstStyle>
            <a:lvl1pPr>
              <a:defRPr sz="3800"/>
            </a:lvl1pPr>
          </a:lstStyle>
          <a:p>
            <a:r>
              <a:rPr lang="en-US"/>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86107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25329E0A-327E-4475-ACC4-637C24D9D6D8}"/>
              </a:ext>
            </a:extLst>
          </p:cNvPr>
          <p:cNvSpPr>
            <a:spLocks noGrp="1"/>
          </p:cNvSpPr>
          <p:nvPr>
            <p:ph sz="quarter" idx="10"/>
          </p:nvPr>
        </p:nvSpPr>
        <p:spPr>
          <a:xfrm>
            <a:off x="695326" y="2030400"/>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3">
            <a:extLst>
              <a:ext uri="{FF2B5EF4-FFF2-40B4-BE49-F238E27FC236}">
                <a16:creationId xmlns:a16="http://schemas.microsoft.com/office/drawing/2014/main" id="{96221FCF-FD80-4F6D-8DA9-9317EBC3BD65}"/>
              </a:ext>
            </a:extLst>
          </p:cNvPr>
          <p:cNvSpPr>
            <a:spLocks noGrp="1"/>
          </p:cNvSpPr>
          <p:nvPr>
            <p:ph type="title"/>
          </p:nvPr>
        </p:nvSpPr>
        <p:spPr>
          <a:xfrm>
            <a:off x="695325" y="763200"/>
            <a:ext cx="9576000" cy="469056"/>
          </a:xfrm>
        </p:spPr>
        <p:txBody>
          <a:bodyPr/>
          <a:lstStyle>
            <a:lvl1pPr>
              <a:defRPr sz="3800"/>
            </a:lvl1p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3A4F1765-68C5-44D1-A98C-B4F4A28FB05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9D46B37-73CD-4FCA-A759-8E2A51429F98}"/>
              </a:ext>
            </a:extLst>
          </p:cNvPr>
          <p:cNvSpPr>
            <a:spLocks noGrp="1"/>
          </p:cNvSpPr>
          <p:nvPr>
            <p:ph sz="quarter" idx="32"/>
          </p:nvPr>
        </p:nvSpPr>
        <p:spPr>
          <a:xfrm>
            <a:off x="6456600" y="2009931"/>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p:nvPr>
        </p:nvSpPr>
        <p:spPr>
          <a:xfrm>
            <a:off x="6953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5" y="763200"/>
            <a:ext cx="9576000" cy="469056"/>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00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248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image + two content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609CB10-4AAE-4F1D-A95A-79346106F22A}"/>
              </a:ext>
            </a:extLst>
          </p:cNvPr>
          <p:cNvSpPr>
            <a:spLocks noGrp="1"/>
          </p:cNvSpPr>
          <p:nvPr>
            <p:ph type="pic" sz="quarter" idx="34" hasCustomPrompt="1"/>
          </p:nvPr>
        </p:nvSpPr>
        <p:spPr>
          <a:xfrm>
            <a:off x="0" y="4221162"/>
            <a:ext cx="12191999" cy="2636838"/>
          </a:xfrm>
          <a:custGeom>
            <a:avLst/>
            <a:gdLst>
              <a:gd name="connsiteX0" fmla="*/ 0 w 12191999"/>
              <a:gd name="connsiteY0" fmla="*/ 0 h 2636838"/>
              <a:gd name="connsiteX1" fmla="*/ 5605684 w 12191999"/>
              <a:gd name="connsiteY1" fmla="*/ 0 h 2636838"/>
              <a:gd name="connsiteX2" fmla="*/ 6586315 w 12191999"/>
              <a:gd name="connsiteY2" fmla="*/ 0 h 2636838"/>
              <a:gd name="connsiteX3" fmla="*/ 12191999 w 12191999"/>
              <a:gd name="connsiteY3" fmla="*/ 0 h 2636838"/>
              <a:gd name="connsiteX4" fmla="*/ 12191999 w 12191999"/>
              <a:gd name="connsiteY4" fmla="*/ 2636838 h 2636838"/>
              <a:gd name="connsiteX5" fmla="*/ 6586315 w 12191999"/>
              <a:gd name="connsiteY5" fmla="*/ 2636838 h 2636838"/>
              <a:gd name="connsiteX6" fmla="*/ 5605684 w 12191999"/>
              <a:gd name="connsiteY6" fmla="*/ 2636838 h 2636838"/>
              <a:gd name="connsiteX7" fmla="*/ 1853351 w 12191999"/>
              <a:gd name="connsiteY7" fmla="*/ 2636838 h 2636838"/>
              <a:gd name="connsiteX8" fmla="*/ 1853351 w 12191999"/>
              <a:gd name="connsiteY8" fmla="*/ 2636723 h 2636838"/>
              <a:gd name="connsiteX9" fmla="*/ 1743436 w 12191999"/>
              <a:gd name="connsiteY9" fmla="*/ 2636723 h 2636838"/>
              <a:gd name="connsiteX10" fmla="*/ 8175 w 12191999"/>
              <a:gd name="connsiteY10" fmla="*/ 801010 h 2636838"/>
              <a:gd name="connsiteX11" fmla="*/ 0 w 12191999"/>
              <a:gd name="connsiteY11" fmla="*/ 648020 h 2636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2636838">
                <a:moveTo>
                  <a:pt x="0" y="0"/>
                </a:moveTo>
                <a:lnTo>
                  <a:pt x="5605684" y="0"/>
                </a:lnTo>
                <a:lnTo>
                  <a:pt x="6586315" y="0"/>
                </a:lnTo>
                <a:lnTo>
                  <a:pt x="12191999" y="0"/>
                </a:lnTo>
                <a:lnTo>
                  <a:pt x="12191999" y="2636838"/>
                </a:lnTo>
                <a:lnTo>
                  <a:pt x="6586315" y="2636838"/>
                </a:lnTo>
                <a:lnTo>
                  <a:pt x="5605684" y="2636838"/>
                </a:lnTo>
                <a:lnTo>
                  <a:pt x="1853351" y="2636838"/>
                </a:lnTo>
                <a:lnTo>
                  <a:pt x="1853351" y="2636723"/>
                </a:lnTo>
                <a:lnTo>
                  <a:pt x="1743436" y="2636723"/>
                </a:lnTo>
                <a:cubicBezTo>
                  <a:pt x="791205" y="2346972"/>
                  <a:pt x="91872" y="1587996"/>
                  <a:pt x="8175" y="801010"/>
                </a:cubicBezTo>
                <a:lnTo>
                  <a:pt x="0" y="648020"/>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704626" y="942975"/>
            <a:ext cx="3384550" cy="3240087"/>
          </a:xfrm>
        </p:spPr>
        <p:txBody>
          <a:bodyPr/>
          <a:lstStyle/>
          <a:p>
            <a:r>
              <a:rPr lang="en-US"/>
              <a:t>Click to edit Master title style</a:t>
            </a:r>
            <a:endParaRPr lang="en-AU" dirty="0"/>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9377" y="9429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34127" y="9429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732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 image + three content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609CB10-4AAE-4F1D-A95A-79346106F22A}"/>
              </a:ext>
            </a:extLst>
          </p:cNvPr>
          <p:cNvSpPr>
            <a:spLocks noGrp="1"/>
          </p:cNvSpPr>
          <p:nvPr>
            <p:ph type="pic" sz="quarter" idx="34" hasCustomPrompt="1"/>
          </p:nvPr>
        </p:nvSpPr>
        <p:spPr>
          <a:xfrm>
            <a:off x="0" y="4251994"/>
            <a:ext cx="12191999" cy="2636838"/>
          </a:xfrm>
          <a:custGeom>
            <a:avLst/>
            <a:gdLst>
              <a:gd name="connsiteX0" fmla="*/ 0 w 12191999"/>
              <a:gd name="connsiteY0" fmla="*/ 0 h 2636838"/>
              <a:gd name="connsiteX1" fmla="*/ 5605684 w 12191999"/>
              <a:gd name="connsiteY1" fmla="*/ 0 h 2636838"/>
              <a:gd name="connsiteX2" fmla="*/ 6586315 w 12191999"/>
              <a:gd name="connsiteY2" fmla="*/ 0 h 2636838"/>
              <a:gd name="connsiteX3" fmla="*/ 12191999 w 12191999"/>
              <a:gd name="connsiteY3" fmla="*/ 0 h 2636838"/>
              <a:gd name="connsiteX4" fmla="*/ 12191999 w 12191999"/>
              <a:gd name="connsiteY4" fmla="*/ 2636838 h 2636838"/>
              <a:gd name="connsiteX5" fmla="*/ 6586315 w 12191999"/>
              <a:gd name="connsiteY5" fmla="*/ 2636838 h 2636838"/>
              <a:gd name="connsiteX6" fmla="*/ 5605684 w 12191999"/>
              <a:gd name="connsiteY6" fmla="*/ 2636838 h 2636838"/>
              <a:gd name="connsiteX7" fmla="*/ 1853351 w 12191999"/>
              <a:gd name="connsiteY7" fmla="*/ 2636838 h 2636838"/>
              <a:gd name="connsiteX8" fmla="*/ 1853351 w 12191999"/>
              <a:gd name="connsiteY8" fmla="*/ 2636723 h 2636838"/>
              <a:gd name="connsiteX9" fmla="*/ 1743436 w 12191999"/>
              <a:gd name="connsiteY9" fmla="*/ 2636723 h 2636838"/>
              <a:gd name="connsiteX10" fmla="*/ 8175 w 12191999"/>
              <a:gd name="connsiteY10" fmla="*/ 801010 h 2636838"/>
              <a:gd name="connsiteX11" fmla="*/ 0 w 12191999"/>
              <a:gd name="connsiteY11" fmla="*/ 648020 h 2636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2636838">
                <a:moveTo>
                  <a:pt x="0" y="0"/>
                </a:moveTo>
                <a:lnTo>
                  <a:pt x="5605684" y="0"/>
                </a:lnTo>
                <a:lnTo>
                  <a:pt x="6586315" y="0"/>
                </a:lnTo>
                <a:lnTo>
                  <a:pt x="12191999" y="0"/>
                </a:lnTo>
                <a:lnTo>
                  <a:pt x="12191999" y="2636838"/>
                </a:lnTo>
                <a:lnTo>
                  <a:pt x="6586315" y="2636838"/>
                </a:lnTo>
                <a:lnTo>
                  <a:pt x="5605684" y="2636838"/>
                </a:lnTo>
                <a:lnTo>
                  <a:pt x="1853351" y="2636838"/>
                </a:lnTo>
                <a:lnTo>
                  <a:pt x="1853351" y="2636723"/>
                </a:lnTo>
                <a:lnTo>
                  <a:pt x="1743436" y="2636723"/>
                </a:lnTo>
                <a:cubicBezTo>
                  <a:pt x="791205" y="2346972"/>
                  <a:pt x="91872" y="1587996"/>
                  <a:pt x="8175" y="801010"/>
                </a:cubicBezTo>
                <a:lnTo>
                  <a:pt x="0" y="648020"/>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39571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1046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53CF38C6-1EBE-4ED1-8E7F-383C6D451680}"/>
              </a:ext>
            </a:extLst>
          </p:cNvPr>
          <p:cNvSpPr>
            <a:spLocks noGrp="1"/>
          </p:cNvSpPr>
          <p:nvPr>
            <p:ph sz="quarter" idx="10"/>
          </p:nvPr>
        </p:nvSpPr>
        <p:spPr>
          <a:xfrm>
            <a:off x="680963" y="981076"/>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9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ro + two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6" y="982800"/>
            <a:ext cx="3384550" cy="1654112"/>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6" y="2816920"/>
            <a:ext cx="3384550" cy="3056550"/>
          </a:xfrm>
          <a:prstGeom prst="rect">
            <a:avLst/>
          </a:prstGeom>
        </p:spPr>
        <p:txBody>
          <a:bodyPr>
            <a:normAutofit/>
          </a:bodyPr>
          <a:lstStyle>
            <a:lvl1pPr>
              <a:lnSpc>
                <a:spcPct val="100000"/>
              </a:lnSpc>
              <a:defRPr sz="18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0076" y="982800"/>
            <a:ext cx="3384549" cy="489067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24825" y="982800"/>
            <a:ext cx="3384549" cy="489067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69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 two 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EC532FC-7828-49E7-B6EF-06CAF53DDA64}"/>
              </a:ext>
            </a:extLst>
          </p:cNvPr>
          <p:cNvSpPr/>
          <p:nvPr userDrawn="1"/>
        </p:nvSpPr>
        <p:spPr>
          <a:xfrm>
            <a:off x="8102601" y="0"/>
            <a:ext cx="4079875" cy="6858000"/>
          </a:xfrm>
          <a:prstGeom prst="rect">
            <a:avLst/>
          </a:prstGeom>
          <a:gradFill>
            <a:gsLst>
              <a:gs pos="34000">
                <a:schemeClr val="accent1"/>
              </a:gs>
              <a:gs pos="0">
                <a:schemeClr val="accent2"/>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lvl1pPr>
              <a:defRPr>
                <a:solidFill>
                  <a:schemeClr val="bg1"/>
                </a:solidFill>
              </a:defRPr>
            </a:lvl1p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hasCustomPrompt="1"/>
          </p:nvPr>
        </p:nvSpPr>
        <p:spPr>
          <a:xfrm>
            <a:off x="9302058" y="1565276"/>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6" y="763200"/>
            <a:ext cx="7096126" cy="469056"/>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70485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441960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9">
            <a:extLst>
              <a:ext uri="{FF2B5EF4-FFF2-40B4-BE49-F238E27FC236}">
                <a16:creationId xmlns:a16="http://schemas.microsoft.com/office/drawing/2014/main" id="{AF32EBB3-7E44-468B-BEFB-9B255A6F1EB8}"/>
              </a:ext>
            </a:extLst>
          </p:cNvPr>
          <p:cNvSpPr>
            <a:spLocks noGrp="1"/>
          </p:cNvSpPr>
          <p:nvPr>
            <p:ph sz="quarter" idx="34" hasCustomPrompt="1"/>
          </p:nvPr>
        </p:nvSpPr>
        <p:spPr>
          <a:xfrm>
            <a:off x="9302058" y="2781291"/>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2" name="Content Placeholder 9">
            <a:extLst>
              <a:ext uri="{FF2B5EF4-FFF2-40B4-BE49-F238E27FC236}">
                <a16:creationId xmlns:a16="http://schemas.microsoft.com/office/drawing/2014/main" id="{0B41B234-B4D0-4D79-AEB1-C98A1F8CCE58}"/>
              </a:ext>
            </a:extLst>
          </p:cNvPr>
          <p:cNvSpPr>
            <a:spLocks noGrp="1"/>
          </p:cNvSpPr>
          <p:nvPr>
            <p:ph sz="quarter" idx="35" hasCustomPrompt="1"/>
          </p:nvPr>
        </p:nvSpPr>
        <p:spPr>
          <a:xfrm>
            <a:off x="9302058" y="3997306"/>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3" name="Content Placeholder 9">
            <a:extLst>
              <a:ext uri="{FF2B5EF4-FFF2-40B4-BE49-F238E27FC236}">
                <a16:creationId xmlns:a16="http://schemas.microsoft.com/office/drawing/2014/main" id="{0D058AAA-CC5E-4EB4-8A66-630C36AEA6A3}"/>
              </a:ext>
            </a:extLst>
          </p:cNvPr>
          <p:cNvSpPr>
            <a:spLocks noGrp="1"/>
          </p:cNvSpPr>
          <p:nvPr>
            <p:ph sz="quarter" idx="36" hasCustomPrompt="1"/>
          </p:nvPr>
        </p:nvSpPr>
        <p:spPr>
          <a:xfrm>
            <a:off x="9302058" y="5213321"/>
            <a:ext cx="2520279" cy="108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pic>
        <p:nvPicPr>
          <p:cNvPr id="19" name="Picture 18">
            <a:extLst>
              <a:ext uri="{FF2B5EF4-FFF2-40B4-BE49-F238E27FC236}">
                <a16:creationId xmlns:a16="http://schemas.microsoft.com/office/drawing/2014/main" id="{7BD43D24-DED4-FCB2-C7FB-44ABCBEE612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24" name="Content Placeholder 12">
            <a:extLst>
              <a:ext uri="{FF2B5EF4-FFF2-40B4-BE49-F238E27FC236}">
                <a16:creationId xmlns:a16="http://schemas.microsoft.com/office/drawing/2014/main" id="{4D2AB6EC-9563-4A3F-B32C-5B6C8DECC827}"/>
              </a:ext>
            </a:extLst>
          </p:cNvPr>
          <p:cNvSpPr>
            <a:spLocks noGrp="1"/>
          </p:cNvSpPr>
          <p:nvPr>
            <p:ph sz="quarter" idx="12" hasCustomPrompt="1"/>
          </p:nvPr>
        </p:nvSpPr>
        <p:spPr>
          <a:xfrm>
            <a:off x="8797925" y="156527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5" name="Content Placeholder 12">
            <a:extLst>
              <a:ext uri="{FF2B5EF4-FFF2-40B4-BE49-F238E27FC236}">
                <a16:creationId xmlns:a16="http://schemas.microsoft.com/office/drawing/2014/main" id="{4ABE180E-CFFE-4CAE-A73A-A88BD1BEE804}"/>
              </a:ext>
            </a:extLst>
          </p:cNvPr>
          <p:cNvSpPr>
            <a:spLocks noGrp="1"/>
          </p:cNvSpPr>
          <p:nvPr>
            <p:ph sz="quarter" idx="37" hasCustomPrompt="1"/>
          </p:nvPr>
        </p:nvSpPr>
        <p:spPr>
          <a:xfrm>
            <a:off x="8797925" y="278129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6" name="Content Placeholder 12">
            <a:extLst>
              <a:ext uri="{FF2B5EF4-FFF2-40B4-BE49-F238E27FC236}">
                <a16:creationId xmlns:a16="http://schemas.microsoft.com/office/drawing/2014/main" id="{ECD62701-D54F-4D35-A337-33AE67BB7307}"/>
              </a:ext>
            </a:extLst>
          </p:cNvPr>
          <p:cNvSpPr>
            <a:spLocks noGrp="1"/>
          </p:cNvSpPr>
          <p:nvPr>
            <p:ph sz="quarter" idx="38" hasCustomPrompt="1"/>
          </p:nvPr>
        </p:nvSpPr>
        <p:spPr>
          <a:xfrm>
            <a:off x="8797925" y="399730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7" name="Content Placeholder 12">
            <a:extLst>
              <a:ext uri="{FF2B5EF4-FFF2-40B4-BE49-F238E27FC236}">
                <a16:creationId xmlns:a16="http://schemas.microsoft.com/office/drawing/2014/main" id="{3CA48A95-C256-4238-BDF0-2E7279624AEB}"/>
              </a:ext>
            </a:extLst>
          </p:cNvPr>
          <p:cNvSpPr>
            <a:spLocks noGrp="1"/>
          </p:cNvSpPr>
          <p:nvPr>
            <p:ph sz="quarter" idx="39" hasCustomPrompt="1"/>
          </p:nvPr>
        </p:nvSpPr>
        <p:spPr>
          <a:xfrm>
            <a:off x="8797925" y="521332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Tree>
    <p:extLst>
      <p:ext uri="{BB962C8B-B14F-4D97-AF65-F5344CB8AC3E}">
        <p14:creationId xmlns:p14="http://schemas.microsoft.com/office/powerpoint/2010/main" val="21730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EC2D33F-D887-4527-98FE-88AEA004A9AE}"/>
              </a:ext>
            </a:extLst>
          </p:cNvPr>
          <p:cNvSpPr>
            <a:spLocks noGrp="1"/>
          </p:cNvSpPr>
          <p:nvPr>
            <p:ph sz="quarter" idx="10" hasCustomPrompt="1"/>
          </p:nvPr>
        </p:nvSpPr>
        <p:spPr>
          <a:xfrm>
            <a:off x="679927"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18" name="Title 3">
            <a:extLst>
              <a:ext uri="{FF2B5EF4-FFF2-40B4-BE49-F238E27FC236}">
                <a16:creationId xmlns:a16="http://schemas.microsoft.com/office/drawing/2014/main" id="{564D6273-13C3-41E3-9854-6BA8DC870939}"/>
              </a:ext>
            </a:extLst>
          </p:cNvPr>
          <p:cNvSpPr>
            <a:spLocks noGrp="1"/>
          </p:cNvSpPr>
          <p:nvPr>
            <p:ph type="title"/>
          </p:nvPr>
        </p:nvSpPr>
        <p:spPr>
          <a:xfrm>
            <a:off x="695325" y="763200"/>
            <a:ext cx="9577139" cy="469056"/>
          </a:xfrm>
        </p:spPr>
        <p:txBody>
          <a:bodyPr/>
          <a:lstStyle/>
          <a:p>
            <a:r>
              <a:rPr lang="en-US"/>
              <a:t>Click to edit Master title style</a:t>
            </a:r>
            <a:endParaRPr lang="en-AU" dirty="0"/>
          </a:p>
        </p:txBody>
      </p:sp>
      <p:sp>
        <p:nvSpPr>
          <p:cNvPr id="19" name="Text Placeholder 5">
            <a:extLst>
              <a:ext uri="{FF2B5EF4-FFF2-40B4-BE49-F238E27FC236}">
                <a16:creationId xmlns:a16="http://schemas.microsoft.com/office/drawing/2014/main" id="{60130E7F-2696-4D7D-8351-3A820B0259DC}"/>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20" name="Content Placeholder 9">
            <a:extLst>
              <a:ext uri="{FF2B5EF4-FFF2-40B4-BE49-F238E27FC236}">
                <a16:creationId xmlns:a16="http://schemas.microsoft.com/office/drawing/2014/main" id="{4C22DC31-C022-4D35-A4CA-01E2EE12CEB3}"/>
              </a:ext>
            </a:extLst>
          </p:cNvPr>
          <p:cNvSpPr>
            <a:spLocks noGrp="1"/>
          </p:cNvSpPr>
          <p:nvPr>
            <p:ph sz="quarter" idx="32" hasCustomPrompt="1"/>
          </p:nvPr>
        </p:nvSpPr>
        <p:spPr>
          <a:xfrm>
            <a:off x="695326"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
        <p:nvSpPr>
          <p:cNvPr id="21" name="Content Placeholder 9">
            <a:extLst>
              <a:ext uri="{FF2B5EF4-FFF2-40B4-BE49-F238E27FC236}">
                <a16:creationId xmlns:a16="http://schemas.microsoft.com/office/drawing/2014/main" id="{6319767D-07B2-4A1E-BE78-9D7F3E8A2DF0}"/>
              </a:ext>
            </a:extLst>
          </p:cNvPr>
          <p:cNvSpPr>
            <a:spLocks noGrp="1"/>
          </p:cNvSpPr>
          <p:nvPr>
            <p:ph sz="quarter" idx="33" hasCustomPrompt="1"/>
          </p:nvPr>
        </p:nvSpPr>
        <p:spPr>
          <a:xfrm>
            <a:off x="6386675"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22" name="Content Placeholder 9">
            <a:extLst>
              <a:ext uri="{FF2B5EF4-FFF2-40B4-BE49-F238E27FC236}">
                <a16:creationId xmlns:a16="http://schemas.microsoft.com/office/drawing/2014/main" id="{26657DA0-8703-4499-B474-1559693405B0}"/>
              </a:ext>
            </a:extLst>
          </p:cNvPr>
          <p:cNvSpPr>
            <a:spLocks noGrp="1"/>
          </p:cNvSpPr>
          <p:nvPr>
            <p:ph sz="quarter" idx="34" hasCustomPrompt="1"/>
          </p:nvPr>
        </p:nvSpPr>
        <p:spPr>
          <a:xfrm>
            <a:off x="6384600"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E77EF712-8DED-4A52-BD51-103375D11B54}"/>
              </a:ext>
            </a:extLst>
          </p:cNvPr>
          <p:cNvSpPr>
            <a:spLocks noGrp="1"/>
          </p:cNvSpPr>
          <p:nvPr>
            <p:ph sz="quarter" idx="10"/>
          </p:nvPr>
        </p:nvSpPr>
        <p:spPr>
          <a:xfrm>
            <a:off x="694800" y="2030400"/>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p:txBody>
      </p:sp>
      <p:sp>
        <p:nvSpPr>
          <p:cNvPr id="15" name="Title 3">
            <a:extLst>
              <a:ext uri="{FF2B5EF4-FFF2-40B4-BE49-F238E27FC236}">
                <a16:creationId xmlns:a16="http://schemas.microsoft.com/office/drawing/2014/main" id="{EE4083B0-5F51-4F95-BD7A-3B4222E8A272}"/>
              </a:ext>
            </a:extLst>
          </p:cNvPr>
          <p:cNvSpPr>
            <a:spLocks noGrp="1"/>
          </p:cNvSpPr>
          <p:nvPr>
            <p:ph type="title"/>
          </p:nvPr>
        </p:nvSpPr>
        <p:spPr>
          <a:xfrm>
            <a:off x="695325" y="763200"/>
            <a:ext cx="9576000" cy="469056"/>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00BC9CFA-71EA-43AD-BDD4-7FDB2FDF1BD1}"/>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82B9C09-CED4-448F-920B-B0EA81FCD18B}"/>
              </a:ext>
            </a:extLst>
          </p:cNvPr>
          <p:cNvSpPr>
            <a:spLocks noGrp="1"/>
          </p:cNvSpPr>
          <p:nvPr>
            <p:ph sz="quarter" idx="32"/>
          </p:nvPr>
        </p:nvSpPr>
        <p:spPr>
          <a:xfrm>
            <a:off x="694800" y="3918534"/>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073AADBC-DF68-45FD-854E-35806C6DE09F}"/>
              </a:ext>
            </a:extLst>
          </p:cNvPr>
          <p:cNvSpPr>
            <a:spLocks noGrp="1"/>
          </p:cNvSpPr>
          <p:nvPr>
            <p:ph sz="quarter" idx="10"/>
          </p:nvPr>
        </p:nvSpPr>
        <p:spPr>
          <a:xfrm>
            <a:off x="695326"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3">
            <a:extLst>
              <a:ext uri="{FF2B5EF4-FFF2-40B4-BE49-F238E27FC236}">
                <a16:creationId xmlns:a16="http://schemas.microsoft.com/office/drawing/2014/main" id="{AFEEB2E7-44F2-48F2-BBFC-DF704AD7B376}"/>
              </a:ext>
            </a:extLst>
          </p:cNvPr>
          <p:cNvSpPr>
            <a:spLocks noGrp="1"/>
          </p:cNvSpPr>
          <p:nvPr>
            <p:ph type="title"/>
          </p:nvPr>
        </p:nvSpPr>
        <p:spPr>
          <a:xfrm>
            <a:off x="695325" y="763200"/>
            <a:ext cx="9576000" cy="469056"/>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FF3FFB07-730C-4029-A1B2-3F55F310FE8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4FAE2FD6-F041-4D7F-8F92-2AFDD991FE5D}"/>
              </a:ext>
            </a:extLst>
          </p:cNvPr>
          <p:cNvSpPr>
            <a:spLocks noGrp="1"/>
          </p:cNvSpPr>
          <p:nvPr>
            <p:ph sz="quarter" idx="32"/>
          </p:nvPr>
        </p:nvSpPr>
        <p:spPr>
          <a:xfrm>
            <a:off x="4427539" y="2030400"/>
            <a:ext cx="6347786"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C6A8FED-FA65-4CA1-BCAC-A45FB3462E67}"/>
              </a:ext>
            </a:extLst>
          </p:cNvPr>
          <p:cNvSpPr>
            <a:spLocks noGrp="1"/>
          </p:cNvSpPr>
          <p:nvPr>
            <p:ph sz="quarter" idx="10"/>
          </p:nvPr>
        </p:nvSpPr>
        <p:spPr>
          <a:xfrm>
            <a:off x="73907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3">
            <a:extLst>
              <a:ext uri="{FF2B5EF4-FFF2-40B4-BE49-F238E27FC236}">
                <a16:creationId xmlns:a16="http://schemas.microsoft.com/office/drawing/2014/main" id="{D65DFCA3-BD94-4763-9B1A-CD6AE2B1E931}"/>
              </a:ext>
            </a:extLst>
          </p:cNvPr>
          <p:cNvSpPr>
            <a:spLocks noGrp="1"/>
          </p:cNvSpPr>
          <p:nvPr>
            <p:ph type="title"/>
          </p:nvPr>
        </p:nvSpPr>
        <p:spPr>
          <a:xfrm>
            <a:off x="695326" y="763200"/>
            <a:ext cx="9576000" cy="469056"/>
          </a:xfrm>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20E119BA-A47F-4967-9FEC-495C9F92A72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75AE0700-627C-416D-BA13-5D2F3C8E5562}"/>
              </a:ext>
            </a:extLst>
          </p:cNvPr>
          <p:cNvSpPr>
            <a:spLocks noGrp="1"/>
          </p:cNvSpPr>
          <p:nvPr>
            <p:ph sz="quarter" idx="32"/>
          </p:nvPr>
        </p:nvSpPr>
        <p:spPr>
          <a:xfrm>
            <a:off x="695325" y="2030400"/>
            <a:ext cx="5842800"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12191999" cy="6857999"/>
          </a:xfrm>
          <a:prstGeom prst="rect">
            <a:avLst/>
          </a:prstGeom>
          <a:solidFill>
            <a:schemeClr val="bg1">
              <a:lumMod val="95000"/>
            </a:schemeClr>
          </a:solidFill>
        </p:spPr>
        <p:txBody>
          <a:bodyPr vert="horz" wrap="square" lIns="0" tIns="0" rIns="0" bIns="0" rtlCol="0" anchor="ctr" anchorCtr="0">
            <a:noAutofit/>
          </a:bodyPr>
          <a:lstStyle>
            <a:lvl1pPr algn="ctr">
              <a:defRPr lang="en-AU" dirty="0"/>
            </a:lvl1pPr>
          </a:lstStyle>
          <a:p>
            <a:pPr lvl="0"/>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0" indent="0" algn="l">
              <a:buClr>
                <a:schemeClr val="bg1"/>
              </a:buClr>
              <a:buFont typeface="Arial" panose="020B0604020202020204" pitchFamily="34" charset="0"/>
              <a:buNone/>
              <a:defRPr lang="en-AU" dirty="0">
                <a:solidFill>
                  <a:schemeClr val="tx1"/>
                </a:solidFill>
              </a:defRPr>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911424" y="1340768"/>
            <a:ext cx="2592288" cy="876470"/>
          </a:xfrm>
        </p:spPr>
        <p:txBody>
          <a:bodyPr anchor="t">
            <a:normAutofit/>
          </a:bodyPr>
          <a:lstStyle>
            <a:lvl1pPr>
              <a:defRPr sz="2800"/>
            </a:lvl1pPr>
          </a:lstStyle>
          <a:p>
            <a:r>
              <a:rPr lang="en-US" dirty="0"/>
              <a:t>[Title]</a:t>
            </a:r>
            <a:endParaRPr lang="en-AU"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lvl1pPr>
              <a:defRPr>
                <a:solidFill>
                  <a:schemeClr val="bg1"/>
                </a:solidFill>
              </a:defRPr>
            </a:lvl1p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2001916"/>
            <a:ext cx="10801349" cy="3947404"/>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Text Placeholder 5">
            <a:extLst>
              <a:ext uri="{FF2B5EF4-FFF2-40B4-BE49-F238E27FC236}">
                <a16:creationId xmlns:a16="http://schemas.microsoft.com/office/drawing/2014/main" id="{FE9E9E33-B596-4A72-ACBD-699AC270638F}"/>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278AFA-A93C-4FAD-AA41-A6E61D8974AC}"/>
              </a:ext>
            </a:extLst>
          </p:cNvPr>
          <p:cNvSpPr>
            <a:spLocks noGrp="1"/>
          </p:cNvSpPr>
          <p:nvPr>
            <p:ph type="pic" sz="quarter" idx="23" hasCustomPrompt="1"/>
          </p:nvPr>
        </p:nvSpPr>
        <p:spPr>
          <a:xfrm>
            <a:off x="4400549" y="-4"/>
            <a:ext cx="7810872" cy="6858001"/>
          </a:xfrm>
          <a:custGeom>
            <a:avLst/>
            <a:gdLst>
              <a:gd name="connsiteX0" fmla="*/ 0 w 7810872"/>
              <a:gd name="connsiteY0" fmla="*/ 0 h 6858001"/>
              <a:gd name="connsiteX1" fmla="*/ 1224557 w 7810872"/>
              <a:gd name="connsiteY1" fmla="*/ 0 h 6858001"/>
              <a:gd name="connsiteX2" fmla="*/ 6586315 w 7810872"/>
              <a:gd name="connsiteY2" fmla="*/ 0 h 6858001"/>
              <a:gd name="connsiteX3" fmla="*/ 7810872 w 7810872"/>
              <a:gd name="connsiteY3" fmla="*/ 0 h 6858001"/>
              <a:gd name="connsiteX4" fmla="*/ 7810872 w 7810872"/>
              <a:gd name="connsiteY4" fmla="*/ 6858001 h 6858001"/>
              <a:gd name="connsiteX5" fmla="*/ 6586315 w 7810872"/>
              <a:gd name="connsiteY5" fmla="*/ 6858001 h 6858001"/>
              <a:gd name="connsiteX6" fmla="*/ 3077908 w 7810872"/>
              <a:gd name="connsiteY6" fmla="*/ 6858001 h 6858001"/>
              <a:gd name="connsiteX7" fmla="*/ 1853351 w 7810872"/>
              <a:gd name="connsiteY7" fmla="*/ 6858001 h 6858001"/>
              <a:gd name="connsiteX8" fmla="*/ 1853351 w 7810872"/>
              <a:gd name="connsiteY8" fmla="*/ 6857886 h 6858001"/>
              <a:gd name="connsiteX9" fmla="*/ 1743436 w 7810872"/>
              <a:gd name="connsiteY9" fmla="*/ 6857886 h 6858001"/>
              <a:gd name="connsiteX10" fmla="*/ 8175 w 7810872"/>
              <a:gd name="connsiteY10" fmla="*/ 5022173 h 6858001"/>
              <a:gd name="connsiteX11" fmla="*/ 0 w 7810872"/>
              <a:gd name="connsiteY11"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10872" h="6858001">
                <a:moveTo>
                  <a:pt x="0" y="0"/>
                </a:moveTo>
                <a:lnTo>
                  <a:pt x="1224557" y="0"/>
                </a:lnTo>
                <a:lnTo>
                  <a:pt x="6586315" y="0"/>
                </a:lnTo>
                <a:lnTo>
                  <a:pt x="7810872" y="0"/>
                </a:lnTo>
                <a:lnTo>
                  <a:pt x="7810872" y="6858001"/>
                </a:lnTo>
                <a:lnTo>
                  <a:pt x="6586315" y="6858001"/>
                </a:lnTo>
                <a:lnTo>
                  <a:pt x="3077908"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8" name="Content Placeholder 17">
            <a:extLst>
              <a:ext uri="{FF2B5EF4-FFF2-40B4-BE49-F238E27FC236}">
                <a16:creationId xmlns:a16="http://schemas.microsoft.com/office/drawing/2014/main" id="{8F8ED989-2306-4E52-9B82-69A7EC193988}"/>
              </a:ext>
            </a:extLst>
          </p:cNvPr>
          <p:cNvSpPr>
            <a:spLocks noGrp="1"/>
          </p:cNvSpPr>
          <p:nvPr>
            <p:ph sz="quarter" idx="24"/>
          </p:nvPr>
        </p:nvSpPr>
        <p:spPr>
          <a:xfrm>
            <a:off x="695326" y="2030400"/>
            <a:ext cx="3384549" cy="3979065"/>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wrap="square">
            <a:noAutofit/>
          </a:bodyPr>
          <a:lstStyle>
            <a:lvl1pPr>
              <a:lnSpc>
                <a:spcPct val="100000"/>
              </a:lnSpc>
              <a:spcAft>
                <a:spcPts val="1200"/>
              </a:spcAft>
              <a:defRPr sz="1400"/>
            </a:lvl1pPr>
            <a:lvl2pPr>
              <a:lnSpc>
                <a:spcPct val="100000"/>
              </a:lnSpc>
              <a:spcAft>
                <a:spcPts val="1200"/>
              </a:spcAft>
              <a:defRPr sz="1400"/>
            </a:lvl2pPr>
            <a:lvl3pPr>
              <a:lnSpc>
                <a:spcPct val="100000"/>
              </a:lnSpc>
              <a:spcAft>
                <a:spcPts val="1200"/>
              </a:spcAft>
              <a:defRPr sz="1400"/>
            </a:lvl3pPr>
            <a:lvl4pPr>
              <a:lnSpc>
                <a:spcPct val="100000"/>
              </a:lnSpc>
              <a:spcAft>
                <a:spcPts val="1200"/>
              </a:spcAft>
              <a:defRPr sz="1400"/>
            </a:lvl4pPr>
            <a:lvl5pPr>
              <a:lnSpc>
                <a:spcPct val="100000"/>
              </a:lnSpc>
              <a:spcAft>
                <a:spcPts val="12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itle 1">
            <a:extLst>
              <a:ext uri="{FF2B5EF4-FFF2-40B4-BE49-F238E27FC236}">
                <a16:creationId xmlns:a16="http://schemas.microsoft.com/office/drawing/2014/main" id="{4ABC919D-2CAB-42EE-BCCF-5B744E8E7227}"/>
              </a:ext>
            </a:extLst>
          </p:cNvPr>
          <p:cNvSpPr>
            <a:spLocks noGrp="1"/>
          </p:cNvSpPr>
          <p:nvPr>
            <p:ph type="title" hasCustomPrompt="1"/>
          </p:nvPr>
        </p:nvSpPr>
        <p:spPr>
          <a:xfrm>
            <a:off x="695327" y="763200"/>
            <a:ext cx="3384548" cy="503510"/>
          </a:xfrm>
        </p:spPr>
        <p:txBody>
          <a:bodyPr anchor="t">
            <a:noAutofit/>
          </a:bodyPr>
          <a:lstStyle>
            <a:lvl1pPr>
              <a:defRPr sz="3800"/>
            </a:lvl1pPr>
          </a:lstStyle>
          <a:p>
            <a:r>
              <a:rPr lang="en-US" dirty="0"/>
              <a:t>Title here</a:t>
            </a:r>
            <a:endParaRPr lang="en-AU" dirty="0"/>
          </a:p>
        </p:txBody>
      </p:sp>
      <p:sp>
        <p:nvSpPr>
          <p:cNvPr id="22" name="Text Placeholder 5">
            <a:extLst>
              <a:ext uri="{FF2B5EF4-FFF2-40B4-BE49-F238E27FC236}">
                <a16:creationId xmlns:a16="http://schemas.microsoft.com/office/drawing/2014/main" id="{F4130282-F858-425B-AE74-20EE73DF9819}"/>
              </a:ext>
            </a:extLst>
          </p:cNvPr>
          <p:cNvSpPr>
            <a:spLocks noGrp="1"/>
          </p:cNvSpPr>
          <p:nvPr>
            <p:ph type="body" sz="quarter" idx="31" hasCustomPrompt="1"/>
          </p:nvPr>
        </p:nvSpPr>
        <p:spPr>
          <a:xfrm>
            <a:off x="695326" y="1364400"/>
            <a:ext cx="3384548"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endParaRPr lang="en-AU" dirty="0"/>
          </a:p>
        </p:txBody>
      </p:sp>
      <p:sp>
        <p:nvSpPr>
          <p:cNvPr id="18" name="Picture Placeholder 17">
            <a:extLst>
              <a:ext uri="{FF2B5EF4-FFF2-40B4-BE49-F238E27FC236}">
                <a16:creationId xmlns:a16="http://schemas.microsoft.com/office/drawing/2014/main" id="{ADD8DE5C-8A89-400F-8CA9-77C24E2B49BA}"/>
              </a:ext>
            </a:extLst>
          </p:cNvPr>
          <p:cNvSpPr>
            <a:spLocks noGrp="1"/>
          </p:cNvSpPr>
          <p:nvPr>
            <p:ph type="pic" sz="quarter" idx="22" hasCustomPrompt="1"/>
          </p:nvPr>
        </p:nvSpPr>
        <p:spPr>
          <a:xfrm>
            <a:off x="5591945" y="-4"/>
            <a:ext cx="6586315" cy="6858001"/>
          </a:xfrm>
          <a:custGeom>
            <a:avLst/>
            <a:gdLst>
              <a:gd name="connsiteX0" fmla="*/ 0 w 6586315"/>
              <a:gd name="connsiteY0" fmla="*/ 0 h 6858001"/>
              <a:gd name="connsiteX1" fmla="*/ 6586315 w 6586315"/>
              <a:gd name="connsiteY1" fmla="*/ 0 h 6858001"/>
              <a:gd name="connsiteX2" fmla="*/ 6586315 w 6586315"/>
              <a:gd name="connsiteY2" fmla="*/ 6858001 h 6858001"/>
              <a:gd name="connsiteX3" fmla="*/ 1853351 w 6586315"/>
              <a:gd name="connsiteY3" fmla="*/ 6858001 h 6858001"/>
              <a:gd name="connsiteX4" fmla="*/ 1853351 w 6586315"/>
              <a:gd name="connsiteY4" fmla="*/ 6857886 h 6858001"/>
              <a:gd name="connsiteX5" fmla="*/ 1743436 w 6586315"/>
              <a:gd name="connsiteY5" fmla="*/ 6857886 h 6858001"/>
              <a:gd name="connsiteX6" fmla="*/ 8175 w 6586315"/>
              <a:gd name="connsiteY6" fmla="*/ 5022173 h 6858001"/>
              <a:gd name="connsiteX7" fmla="*/ 0 w 6586315"/>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6315" h="6858001">
                <a:moveTo>
                  <a:pt x="0" y="0"/>
                </a:moveTo>
                <a:lnTo>
                  <a:pt x="6586315" y="0"/>
                </a:lnTo>
                <a:lnTo>
                  <a:pt x="6586315"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3" name="Content Placeholder 22">
            <a:extLst>
              <a:ext uri="{FF2B5EF4-FFF2-40B4-BE49-F238E27FC236}">
                <a16:creationId xmlns:a16="http://schemas.microsoft.com/office/drawing/2014/main" id="{5E6B1A59-9939-4457-A48E-2E14017A35CE}"/>
              </a:ext>
            </a:extLst>
          </p:cNvPr>
          <p:cNvSpPr>
            <a:spLocks noGrp="1"/>
          </p:cNvSpPr>
          <p:nvPr>
            <p:ph sz="quarter" idx="23"/>
          </p:nvPr>
        </p:nvSpPr>
        <p:spPr>
          <a:xfrm>
            <a:off x="695326" y="2030400"/>
            <a:ext cx="4500000" cy="3871065"/>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smtClean="0"/>
            </a:lvl1pPr>
            <a:lvl2pPr>
              <a:defRPr lang="en-US" sz="1400" smtClean="0"/>
            </a:lvl2pPr>
            <a:lvl3pPr>
              <a:defRPr lang="en-US" sz="1400" smtClean="0"/>
            </a:lvl3pPr>
            <a:lvl4pPr>
              <a:defRPr lang="en-US" sz="1400" smtClean="0"/>
            </a:lvl4pPr>
            <a:lvl5pPr>
              <a:defRPr lang="en-AU" sz="1400"/>
            </a:lvl5pPr>
          </a:lstStyle>
          <a:p>
            <a:pPr lvl="0">
              <a:lnSpc>
                <a:spcPct val="100000"/>
              </a:lnSpc>
              <a:spcAft>
                <a:spcPts val="1200"/>
              </a:spcAft>
            </a:pPr>
            <a:r>
              <a:rPr lang="en-US"/>
              <a:t>Click to edit Master text styles</a:t>
            </a:r>
          </a:p>
          <a:p>
            <a:pPr lvl="1">
              <a:lnSpc>
                <a:spcPct val="100000"/>
              </a:lnSpc>
              <a:spcAft>
                <a:spcPts val="1200"/>
              </a:spcAft>
            </a:pPr>
            <a:r>
              <a:rPr lang="en-US"/>
              <a:t>Second level</a:t>
            </a:r>
          </a:p>
          <a:p>
            <a:pPr lvl="2">
              <a:lnSpc>
                <a:spcPct val="100000"/>
              </a:lnSpc>
              <a:spcAft>
                <a:spcPts val="1200"/>
              </a:spcAft>
            </a:pPr>
            <a:r>
              <a:rPr lang="en-US"/>
              <a:t>Third level</a:t>
            </a:r>
          </a:p>
          <a:p>
            <a:pPr lvl="3">
              <a:lnSpc>
                <a:spcPct val="100000"/>
              </a:lnSpc>
              <a:spcAft>
                <a:spcPts val="1200"/>
              </a:spcAft>
            </a:pPr>
            <a:r>
              <a:rPr lang="en-US"/>
              <a:t>Fourth level</a:t>
            </a:r>
          </a:p>
          <a:p>
            <a:pPr lvl="4">
              <a:lnSpc>
                <a:spcPct val="100000"/>
              </a:lnSpc>
              <a:spcAft>
                <a:spcPts val="1200"/>
              </a:spcAft>
            </a:pPr>
            <a:r>
              <a:rPr lang="en-US"/>
              <a:t>Fifth level</a:t>
            </a:r>
            <a:endParaRPr lang="en-AU" dirty="0"/>
          </a:p>
        </p:txBody>
      </p:sp>
      <p:sp>
        <p:nvSpPr>
          <p:cNvPr id="24" name="Title 1">
            <a:extLst>
              <a:ext uri="{FF2B5EF4-FFF2-40B4-BE49-F238E27FC236}">
                <a16:creationId xmlns:a16="http://schemas.microsoft.com/office/drawing/2014/main" id="{F3F9AAC9-FF46-40B0-8882-C71A56BB2719}"/>
              </a:ext>
            </a:extLst>
          </p:cNvPr>
          <p:cNvSpPr>
            <a:spLocks noGrp="1"/>
          </p:cNvSpPr>
          <p:nvPr>
            <p:ph type="title" hasCustomPrompt="1"/>
          </p:nvPr>
        </p:nvSpPr>
        <p:spPr>
          <a:xfrm>
            <a:off x="695327" y="763200"/>
            <a:ext cx="4500000" cy="503510"/>
          </a:xfrm>
        </p:spPr>
        <p:txBody>
          <a:bodyPr anchor="t">
            <a:noAutofit/>
          </a:bodyPr>
          <a:lstStyle>
            <a:lvl1pPr>
              <a:defRPr sz="3800"/>
            </a:lvl1pPr>
          </a:lstStyle>
          <a:p>
            <a:r>
              <a:rPr lang="en-US" dirty="0"/>
              <a:t>Title here</a:t>
            </a:r>
            <a:endParaRPr lang="en-AU" dirty="0"/>
          </a:p>
        </p:txBody>
      </p:sp>
      <p:sp>
        <p:nvSpPr>
          <p:cNvPr id="25" name="Text Placeholder 5">
            <a:extLst>
              <a:ext uri="{FF2B5EF4-FFF2-40B4-BE49-F238E27FC236}">
                <a16:creationId xmlns:a16="http://schemas.microsoft.com/office/drawing/2014/main" id="{34EB2009-A38E-42C4-8D4A-72D274A5A488}"/>
              </a:ext>
            </a:extLst>
          </p:cNvPr>
          <p:cNvSpPr>
            <a:spLocks noGrp="1"/>
          </p:cNvSpPr>
          <p:nvPr>
            <p:ph type="body" sz="quarter" idx="31" hasCustomPrompt="1"/>
          </p:nvPr>
        </p:nvSpPr>
        <p:spPr>
          <a:xfrm>
            <a:off x="695326" y="1364400"/>
            <a:ext cx="450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95E7F27E-BB6C-4782-8015-F05E2C5C1EDC}"/>
              </a:ext>
            </a:extLst>
          </p:cNvPr>
          <p:cNvSpPr>
            <a:spLocks noGrp="1"/>
          </p:cNvSpPr>
          <p:nvPr>
            <p:ph type="body" sz="quarter" idx="24"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34000">
                <a:schemeClr val="tx1">
                  <a:alpha val="0"/>
                </a:schemeClr>
              </a:gs>
            </a:gsLst>
            <a:lin ang="2700000" scaled="1"/>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19" name="Picture Placeholder 18">
            <a:extLst>
              <a:ext uri="{FF2B5EF4-FFF2-40B4-BE49-F238E27FC236}">
                <a16:creationId xmlns:a16="http://schemas.microsoft.com/office/drawing/2014/main" id="{2D3E74F8-FA5A-4025-A701-02F364DB2A54}"/>
              </a:ext>
            </a:extLst>
          </p:cNvPr>
          <p:cNvSpPr>
            <a:spLocks noGrp="1"/>
          </p:cNvSpPr>
          <p:nvPr>
            <p:ph type="pic" sz="quarter" idx="22" hasCustomPrompt="1"/>
          </p:nvPr>
        </p:nvSpPr>
        <p:spPr>
          <a:xfrm>
            <a:off x="8125074" y="-3"/>
            <a:ext cx="4066927" cy="6858001"/>
          </a:xfrm>
          <a:custGeom>
            <a:avLst/>
            <a:gdLst>
              <a:gd name="connsiteX0" fmla="*/ 0 w 4066927"/>
              <a:gd name="connsiteY0" fmla="*/ 0 h 6858001"/>
              <a:gd name="connsiteX1" fmla="*/ 4066927 w 4066927"/>
              <a:gd name="connsiteY1" fmla="*/ 0 h 6858001"/>
              <a:gd name="connsiteX2" fmla="*/ 4066927 w 4066927"/>
              <a:gd name="connsiteY2" fmla="*/ 6858001 h 6858001"/>
              <a:gd name="connsiteX3" fmla="*/ 1853351 w 4066927"/>
              <a:gd name="connsiteY3" fmla="*/ 6858001 h 6858001"/>
              <a:gd name="connsiteX4" fmla="*/ 1853351 w 4066927"/>
              <a:gd name="connsiteY4" fmla="*/ 6857886 h 6858001"/>
              <a:gd name="connsiteX5" fmla="*/ 1743436 w 4066927"/>
              <a:gd name="connsiteY5" fmla="*/ 6857886 h 6858001"/>
              <a:gd name="connsiteX6" fmla="*/ 8175 w 4066927"/>
              <a:gd name="connsiteY6" fmla="*/ 5022173 h 6858001"/>
              <a:gd name="connsiteX7" fmla="*/ 0 w 4066927"/>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6927" h="6858001">
                <a:moveTo>
                  <a:pt x="0" y="0"/>
                </a:moveTo>
                <a:lnTo>
                  <a:pt x="4066927" y="0"/>
                </a:lnTo>
                <a:lnTo>
                  <a:pt x="4066927"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1" name="Title 1">
            <a:extLst>
              <a:ext uri="{FF2B5EF4-FFF2-40B4-BE49-F238E27FC236}">
                <a16:creationId xmlns:a16="http://schemas.microsoft.com/office/drawing/2014/main" id="{FDE1070F-73A4-4C19-B1CF-FB38DA047EC1}"/>
              </a:ext>
            </a:extLst>
          </p:cNvPr>
          <p:cNvSpPr>
            <a:spLocks noGrp="1"/>
          </p:cNvSpPr>
          <p:nvPr>
            <p:ph type="title"/>
          </p:nvPr>
        </p:nvSpPr>
        <p:spPr>
          <a:xfrm>
            <a:off x="695326" y="763200"/>
            <a:ext cx="7096125" cy="503510"/>
          </a:xfrm>
        </p:spPr>
        <p:txBody>
          <a:bodyPr anchor="t">
            <a:noAutofit/>
          </a:bodyPr>
          <a:lstStyle>
            <a:lvl1pPr>
              <a:defRPr sz="3800"/>
            </a:lvl1pPr>
          </a:lstStyle>
          <a:p>
            <a:r>
              <a:rPr lang="en-US"/>
              <a:t>Click to edit Master title style</a:t>
            </a:r>
            <a:endParaRPr lang="en-AU" dirty="0"/>
          </a:p>
        </p:txBody>
      </p:sp>
      <p:sp>
        <p:nvSpPr>
          <p:cNvPr id="25" name="Content Placeholder 24">
            <a:extLst>
              <a:ext uri="{FF2B5EF4-FFF2-40B4-BE49-F238E27FC236}">
                <a16:creationId xmlns:a16="http://schemas.microsoft.com/office/drawing/2014/main" id="{FBA097BA-93E9-4864-A12D-108034747944}"/>
              </a:ext>
            </a:extLst>
          </p:cNvPr>
          <p:cNvSpPr>
            <a:spLocks noGrp="1"/>
          </p:cNvSpPr>
          <p:nvPr>
            <p:ph sz="quarter" idx="23"/>
          </p:nvPr>
        </p:nvSpPr>
        <p:spPr>
          <a:xfrm>
            <a:off x="695326" y="2030400"/>
            <a:ext cx="7096124" cy="4064400"/>
          </a:xfrm>
          <a:custGeom>
            <a:avLst/>
            <a:gdLst>
              <a:gd name="connsiteX0" fmla="*/ 0 w 7096124"/>
              <a:gd name="connsiteY0" fmla="*/ 0 h 3240087"/>
              <a:gd name="connsiteX1" fmla="*/ 7096124 w 7096124"/>
              <a:gd name="connsiteY1" fmla="*/ 0 h 3240087"/>
              <a:gd name="connsiteX2" fmla="*/ 7096124 w 7096124"/>
              <a:gd name="connsiteY2" fmla="*/ 3240087 h 3240087"/>
              <a:gd name="connsiteX3" fmla="*/ 0 w 709612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7096124" h="3240087">
                <a:moveTo>
                  <a:pt x="0" y="0"/>
                </a:moveTo>
                <a:lnTo>
                  <a:pt x="7096124" y="0"/>
                </a:lnTo>
                <a:lnTo>
                  <a:pt x="7096124" y="3240087"/>
                </a:lnTo>
                <a:lnTo>
                  <a:pt x="0" y="3240087"/>
                </a:lnTo>
                <a:close/>
              </a:path>
            </a:pathLst>
          </a:custGeom>
        </p:spPr>
        <p:txBody>
          <a:bodyPr vert="horz" wrap="square" lIns="0" tIns="0" rIns="0" bIns="0" rtlCol="0">
            <a:noAutofit/>
          </a:bodyPr>
          <a:lstStyle>
            <a:lvl1pPr>
              <a:defRPr lang="en-US" sz="1400" dirty="0" smtClean="0"/>
            </a:lvl1pPr>
            <a:lvl2pPr>
              <a:defRPr lang="en-US" sz="1400" dirty="0" smtClean="0"/>
            </a:lvl2pPr>
            <a:lvl3pPr>
              <a:defRPr lang="en-US" sz="1400" dirty="0" smtClean="0"/>
            </a:lvl3pPr>
            <a:lvl4pPr>
              <a:defRPr lang="en-US" sz="1400" dirty="0" smtClean="0"/>
            </a:lvl4pPr>
            <a:lvl5pPr>
              <a:defRPr lang="en-AU" sz="1400" dirty="0"/>
            </a:lvl5pPr>
          </a:lstStyle>
          <a:p>
            <a:pPr lvl="0">
              <a:lnSpc>
                <a:spcPct val="100000"/>
              </a:lnSpc>
              <a:spcAft>
                <a:spcPts val="1200"/>
              </a:spcAft>
            </a:pPr>
            <a:r>
              <a:rPr lang="en-US"/>
              <a:t>Click to edit Master text styles</a:t>
            </a:r>
          </a:p>
          <a:p>
            <a:pPr lvl="1">
              <a:lnSpc>
                <a:spcPct val="100000"/>
              </a:lnSpc>
              <a:spcAft>
                <a:spcPts val="1200"/>
              </a:spcAft>
            </a:pPr>
            <a:r>
              <a:rPr lang="en-US"/>
              <a:t>Second level</a:t>
            </a:r>
          </a:p>
          <a:p>
            <a:pPr lvl="2">
              <a:lnSpc>
                <a:spcPct val="100000"/>
              </a:lnSpc>
              <a:spcAft>
                <a:spcPts val="1200"/>
              </a:spcAft>
            </a:pPr>
            <a:r>
              <a:rPr lang="en-US"/>
              <a:t>Third level</a:t>
            </a:r>
          </a:p>
          <a:p>
            <a:pPr lvl="3">
              <a:lnSpc>
                <a:spcPct val="100000"/>
              </a:lnSpc>
              <a:spcAft>
                <a:spcPts val="1200"/>
              </a:spcAft>
            </a:pPr>
            <a:r>
              <a:rPr lang="en-US"/>
              <a:t>Fourth level</a:t>
            </a:r>
          </a:p>
          <a:p>
            <a:pPr lvl="4">
              <a:lnSpc>
                <a:spcPct val="100000"/>
              </a:lnSpc>
              <a:spcAft>
                <a:spcPts val="1200"/>
              </a:spcAft>
            </a:pPr>
            <a:r>
              <a:rPr lang="en-US"/>
              <a:t>Fifth level</a:t>
            </a:r>
            <a:endParaRPr lang="en-AU" dirty="0"/>
          </a:p>
        </p:txBody>
      </p:sp>
      <p:sp>
        <p:nvSpPr>
          <p:cNvPr id="31" name="Text Placeholder 5">
            <a:extLst>
              <a:ext uri="{FF2B5EF4-FFF2-40B4-BE49-F238E27FC236}">
                <a16:creationId xmlns:a16="http://schemas.microsoft.com/office/drawing/2014/main" id="{C6C5E2F5-0061-4600-A426-EB0BCA3B0D8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795A59A-32A0-4E4F-ADE5-B079E4BC191A}"/>
              </a:ext>
            </a:extLst>
          </p:cNvPr>
          <p:cNvSpPr>
            <a:spLocks noGrp="1"/>
          </p:cNvSpPr>
          <p:nvPr>
            <p:ph type="pic" sz="quarter" idx="23" hasCustomPrompt="1"/>
          </p:nvPr>
        </p:nvSpPr>
        <p:spPr>
          <a:xfrm>
            <a:off x="4400549" y="0"/>
            <a:ext cx="7810872" cy="6872511"/>
          </a:xfrm>
          <a:custGeom>
            <a:avLst/>
            <a:gdLst>
              <a:gd name="connsiteX0" fmla="*/ 0 w 7810872"/>
              <a:gd name="connsiteY0" fmla="*/ 0 h 6858001"/>
              <a:gd name="connsiteX1" fmla="*/ 1224557 w 7810872"/>
              <a:gd name="connsiteY1" fmla="*/ 0 h 6858001"/>
              <a:gd name="connsiteX2" fmla="*/ 6586315 w 7810872"/>
              <a:gd name="connsiteY2" fmla="*/ 0 h 6858001"/>
              <a:gd name="connsiteX3" fmla="*/ 7810872 w 7810872"/>
              <a:gd name="connsiteY3" fmla="*/ 0 h 6858001"/>
              <a:gd name="connsiteX4" fmla="*/ 7810872 w 7810872"/>
              <a:gd name="connsiteY4" fmla="*/ 6858001 h 6858001"/>
              <a:gd name="connsiteX5" fmla="*/ 6586315 w 7810872"/>
              <a:gd name="connsiteY5" fmla="*/ 6858001 h 6858001"/>
              <a:gd name="connsiteX6" fmla="*/ 3077908 w 7810872"/>
              <a:gd name="connsiteY6" fmla="*/ 6858001 h 6858001"/>
              <a:gd name="connsiteX7" fmla="*/ 1853351 w 7810872"/>
              <a:gd name="connsiteY7" fmla="*/ 6858001 h 6858001"/>
              <a:gd name="connsiteX8" fmla="*/ 1853351 w 7810872"/>
              <a:gd name="connsiteY8" fmla="*/ 6857886 h 6858001"/>
              <a:gd name="connsiteX9" fmla="*/ 1743436 w 7810872"/>
              <a:gd name="connsiteY9" fmla="*/ 6857886 h 6858001"/>
              <a:gd name="connsiteX10" fmla="*/ 8175 w 7810872"/>
              <a:gd name="connsiteY10" fmla="*/ 5022173 h 6858001"/>
              <a:gd name="connsiteX11" fmla="*/ 0 w 7810872"/>
              <a:gd name="connsiteY11"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10872" h="6858001">
                <a:moveTo>
                  <a:pt x="0" y="0"/>
                </a:moveTo>
                <a:lnTo>
                  <a:pt x="1224557" y="0"/>
                </a:lnTo>
                <a:lnTo>
                  <a:pt x="6586315" y="0"/>
                </a:lnTo>
                <a:lnTo>
                  <a:pt x="7810872" y="0"/>
                </a:lnTo>
                <a:lnTo>
                  <a:pt x="7810872" y="6858001"/>
                </a:lnTo>
                <a:lnTo>
                  <a:pt x="6586315" y="6858001"/>
                </a:lnTo>
                <a:lnTo>
                  <a:pt x="3077908"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6" name="Content Placeholder 15">
            <a:extLst>
              <a:ext uri="{FF2B5EF4-FFF2-40B4-BE49-F238E27FC236}">
                <a16:creationId xmlns:a16="http://schemas.microsoft.com/office/drawing/2014/main" id="{0A71569F-BB25-4674-BADB-F4162EFAC7FD}"/>
              </a:ext>
            </a:extLst>
          </p:cNvPr>
          <p:cNvSpPr>
            <a:spLocks noGrp="1"/>
          </p:cNvSpPr>
          <p:nvPr>
            <p:ph sz="quarter" idx="24"/>
          </p:nvPr>
        </p:nvSpPr>
        <p:spPr>
          <a:xfrm>
            <a:off x="695326" y="2030400"/>
            <a:ext cx="3384549" cy="4206912"/>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wrap="square">
            <a:noAutofit/>
          </a:bodyPr>
          <a:lstStyle>
            <a:lvl1pPr>
              <a:spcAft>
                <a:spcPts val="1200"/>
              </a:spcAft>
              <a:defRPr sz="1400">
                <a:solidFill>
                  <a:schemeClr val="bg1"/>
                </a:solidFill>
              </a:defRPr>
            </a:lvl1pPr>
            <a:lvl2pPr>
              <a:spcAft>
                <a:spcPts val="1200"/>
              </a:spcAft>
              <a:defRPr sz="1400">
                <a:solidFill>
                  <a:schemeClr val="bg1"/>
                </a:solidFill>
              </a:defRPr>
            </a:lvl2pPr>
            <a:lvl3pPr>
              <a:spcAft>
                <a:spcPts val="1200"/>
              </a:spcAft>
              <a:buClr>
                <a:schemeClr val="bg1"/>
              </a:buClr>
              <a:defRPr sz="1400">
                <a:solidFill>
                  <a:schemeClr val="bg1"/>
                </a:solidFill>
              </a:defRPr>
            </a:lvl3pPr>
            <a:lvl4pPr>
              <a:spcAft>
                <a:spcPts val="1200"/>
              </a:spcAft>
              <a:defRPr sz="1400">
                <a:solidFill>
                  <a:schemeClr val="bg1"/>
                </a:solidFill>
              </a:defRPr>
            </a:lvl4pPr>
            <a:lvl5pPr>
              <a:spcAft>
                <a:spcPts val="1200"/>
              </a:spcAf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0" name="Title 1">
            <a:extLst>
              <a:ext uri="{FF2B5EF4-FFF2-40B4-BE49-F238E27FC236}">
                <a16:creationId xmlns:a16="http://schemas.microsoft.com/office/drawing/2014/main" id="{BA46BE02-73A4-478B-91B5-60E3126AD077}"/>
              </a:ext>
            </a:extLst>
          </p:cNvPr>
          <p:cNvSpPr>
            <a:spLocks noGrp="1"/>
          </p:cNvSpPr>
          <p:nvPr>
            <p:ph type="title" hasCustomPrompt="1"/>
          </p:nvPr>
        </p:nvSpPr>
        <p:spPr>
          <a:xfrm>
            <a:off x="695327" y="763200"/>
            <a:ext cx="3384548" cy="503510"/>
          </a:xfrm>
        </p:spPr>
        <p:txBody>
          <a:bodyPr anchor="t">
            <a:noAutofit/>
          </a:bodyPr>
          <a:lstStyle>
            <a:lvl1pPr>
              <a:defRPr sz="3800">
                <a:solidFill>
                  <a:schemeClr val="bg1"/>
                </a:solidFill>
              </a:defRPr>
            </a:lvl1pPr>
          </a:lstStyle>
          <a:p>
            <a:r>
              <a:rPr lang="en-US" dirty="0"/>
              <a:t>Title here</a:t>
            </a:r>
            <a:endParaRPr lang="en-AU" dirty="0"/>
          </a:p>
        </p:txBody>
      </p:sp>
      <p:sp>
        <p:nvSpPr>
          <p:cNvPr id="21" name="Text Placeholder 5">
            <a:extLst>
              <a:ext uri="{FF2B5EF4-FFF2-40B4-BE49-F238E27FC236}">
                <a16:creationId xmlns:a16="http://schemas.microsoft.com/office/drawing/2014/main" id="{1B3E6F15-268B-42EB-A1DC-9E9E18BCA2E7}"/>
              </a:ext>
            </a:extLst>
          </p:cNvPr>
          <p:cNvSpPr>
            <a:spLocks noGrp="1"/>
          </p:cNvSpPr>
          <p:nvPr>
            <p:ph type="body" sz="quarter" idx="31" hasCustomPrompt="1"/>
          </p:nvPr>
        </p:nvSpPr>
        <p:spPr>
          <a:xfrm>
            <a:off x="695326" y="1364400"/>
            <a:ext cx="3384548"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4E0D937-BE88-4584-B716-79FDE92B735A}"/>
              </a:ext>
            </a:extLst>
          </p:cNvPr>
          <p:cNvSpPr>
            <a:spLocks noGrp="1"/>
          </p:cNvSpPr>
          <p:nvPr>
            <p:ph type="pic" sz="quarter" idx="22" hasCustomPrompt="1"/>
          </p:nvPr>
        </p:nvSpPr>
        <p:spPr>
          <a:xfrm>
            <a:off x="5605685" y="0"/>
            <a:ext cx="6586315" cy="6887025"/>
          </a:xfrm>
          <a:custGeom>
            <a:avLst/>
            <a:gdLst>
              <a:gd name="connsiteX0" fmla="*/ 0 w 6586315"/>
              <a:gd name="connsiteY0" fmla="*/ 0 h 6858001"/>
              <a:gd name="connsiteX1" fmla="*/ 6586315 w 6586315"/>
              <a:gd name="connsiteY1" fmla="*/ 0 h 6858001"/>
              <a:gd name="connsiteX2" fmla="*/ 6586315 w 6586315"/>
              <a:gd name="connsiteY2" fmla="*/ 6858001 h 6858001"/>
              <a:gd name="connsiteX3" fmla="*/ 1853351 w 6586315"/>
              <a:gd name="connsiteY3" fmla="*/ 6858001 h 6858001"/>
              <a:gd name="connsiteX4" fmla="*/ 1853351 w 6586315"/>
              <a:gd name="connsiteY4" fmla="*/ 6857886 h 6858001"/>
              <a:gd name="connsiteX5" fmla="*/ 1743436 w 6586315"/>
              <a:gd name="connsiteY5" fmla="*/ 6857886 h 6858001"/>
              <a:gd name="connsiteX6" fmla="*/ 8175 w 6586315"/>
              <a:gd name="connsiteY6" fmla="*/ 5022173 h 6858001"/>
              <a:gd name="connsiteX7" fmla="*/ 0 w 6586315"/>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6315" h="6858001">
                <a:moveTo>
                  <a:pt x="0" y="0"/>
                </a:moveTo>
                <a:lnTo>
                  <a:pt x="6586315" y="0"/>
                </a:lnTo>
                <a:lnTo>
                  <a:pt x="6586315"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20" name="Content Placeholder 19">
            <a:extLst>
              <a:ext uri="{FF2B5EF4-FFF2-40B4-BE49-F238E27FC236}">
                <a16:creationId xmlns:a16="http://schemas.microsoft.com/office/drawing/2014/main" id="{7EFD1972-8EA7-4ECA-B4BE-8591D45B72CC}"/>
              </a:ext>
            </a:extLst>
          </p:cNvPr>
          <p:cNvSpPr>
            <a:spLocks noGrp="1"/>
          </p:cNvSpPr>
          <p:nvPr>
            <p:ph sz="quarter" idx="24"/>
          </p:nvPr>
        </p:nvSpPr>
        <p:spPr>
          <a:xfrm>
            <a:off x="695326" y="2030400"/>
            <a:ext cx="4536578" cy="4278920"/>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dirty="0" smtClean="0">
                <a:solidFill>
                  <a:schemeClr val="bg1"/>
                </a:solidFill>
              </a:defRPr>
            </a:lvl1pPr>
            <a:lvl2pPr>
              <a:defRPr lang="en-US" sz="1400" dirty="0" smtClean="0">
                <a:solidFill>
                  <a:schemeClr val="bg1"/>
                </a:solidFill>
              </a:defRPr>
            </a:lvl2pPr>
            <a:lvl3pPr>
              <a:defRPr lang="en-US" sz="1400" dirty="0" smtClean="0">
                <a:solidFill>
                  <a:schemeClr val="bg1"/>
                </a:solidFill>
              </a:defRPr>
            </a:lvl3pPr>
            <a:lvl4pPr>
              <a:defRPr lang="en-US" sz="1400" dirty="0" smtClean="0">
                <a:solidFill>
                  <a:schemeClr val="bg1"/>
                </a:solidFill>
              </a:defRPr>
            </a:lvl4pPr>
            <a:lvl5pPr>
              <a:defRPr lang="en-AU" sz="1400" dirty="0">
                <a:solidFill>
                  <a:schemeClr val="bg1"/>
                </a:solidFill>
              </a:defRPr>
            </a:lvl5pPr>
          </a:lstStyle>
          <a:p>
            <a:pPr lvl="0">
              <a:spcAft>
                <a:spcPts val="1200"/>
              </a:spcAft>
            </a:pPr>
            <a:r>
              <a:rPr lang="en-US"/>
              <a:t>Click to edit Master text styles</a:t>
            </a:r>
          </a:p>
          <a:p>
            <a:pPr lvl="1">
              <a:spcAft>
                <a:spcPts val="1200"/>
              </a:spcAft>
            </a:pPr>
            <a:r>
              <a:rPr lang="en-US"/>
              <a:t>Second level</a:t>
            </a:r>
          </a:p>
          <a:p>
            <a:pPr lvl="2">
              <a:spcAft>
                <a:spcPts val="1200"/>
              </a:spcAft>
            </a:pPr>
            <a:r>
              <a:rPr lang="en-US"/>
              <a:t>Third level</a:t>
            </a:r>
          </a:p>
          <a:p>
            <a:pPr lvl="3">
              <a:spcAft>
                <a:spcPts val="1200"/>
              </a:spcAft>
            </a:pPr>
            <a:r>
              <a:rPr lang="en-US"/>
              <a:t>Fourth level</a:t>
            </a:r>
          </a:p>
          <a:p>
            <a:pPr lvl="4">
              <a:spcAft>
                <a:spcPts val="1200"/>
              </a:spcAft>
            </a:pPr>
            <a:r>
              <a:rPr lang="en-US"/>
              <a:t>Fifth level</a:t>
            </a:r>
            <a:endParaRPr lang="en-AU" dirty="0"/>
          </a:p>
        </p:txBody>
      </p:sp>
      <p:sp>
        <p:nvSpPr>
          <p:cNvPr id="21" name="Title 1">
            <a:extLst>
              <a:ext uri="{FF2B5EF4-FFF2-40B4-BE49-F238E27FC236}">
                <a16:creationId xmlns:a16="http://schemas.microsoft.com/office/drawing/2014/main" id="{6086D5B7-49D4-45BF-9DA6-AAB93DAE779F}"/>
              </a:ext>
            </a:extLst>
          </p:cNvPr>
          <p:cNvSpPr>
            <a:spLocks noGrp="1"/>
          </p:cNvSpPr>
          <p:nvPr>
            <p:ph type="title" hasCustomPrompt="1"/>
          </p:nvPr>
        </p:nvSpPr>
        <p:spPr>
          <a:xfrm>
            <a:off x="695327" y="763200"/>
            <a:ext cx="4536578" cy="503510"/>
          </a:xfrm>
        </p:spPr>
        <p:txBody>
          <a:bodyPr anchor="t">
            <a:noAutofit/>
          </a:bodyPr>
          <a:lstStyle>
            <a:lvl1pPr>
              <a:defRPr sz="3800">
                <a:solidFill>
                  <a:schemeClr val="bg1"/>
                </a:solidFill>
              </a:defRPr>
            </a:lvl1pPr>
          </a:lstStyle>
          <a:p>
            <a:r>
              <a:rPr lang="en-US" dirty="0"/>
              <a:t>Title here</a:t>
            </a:r>
            <a:endParaRPr lang="en-AU" dirty="0"/>
          </a:p>
        </p:txBody>
      </p:sp>
      <p:sp>
        <p:nvSpPr>
          <p:cNvPr id="22" name="Text Placeholder 5">
            <a:extLst>
              <a:ext uri="{FF2B5EF4-FFF2-40B4-BE49-F238E27FC236}">
                <a16:creationId xmlns:a16="http://schemas.microsoft.com/office/drawing/2014/main" id="{6C6C5F7B-FB99-4491-8B47-FF6117F53B75}"/>
              </a:ext>
            </a:extLst>
          </p:cNvPr>
          <p:cNvSpPr>
            <a:spLocks noGrp="1"/>
          </p:cNvSpPr>
          <p:nvPr>
            <p:ph type="body" sz="quarter" idx="31" hasCustomPrompt="1"/>
          </p:nvPr>
        </p:nvSpPr>
        <p:spPr>
          <a:xfrm>
            <a:off x="695326" y="1364400"/>
            <a:ext cx="4536578"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740DF0C2-28B5-445A-B99A-61CA30EFB414}"/>
              </a:ext>
            </a:extLst>
          </p:cNvPr>
          <p:cNvSpPr>
            <a:spLocks noGrp="1"/>
          </p:cNvSpPr>
          <p:nvPr>
            <p:ph type="body" sz="quarter" idx="32" hasCustomPrompt="1"/>
          </p:nvPr>
        </p:nvSpPr>
        <p:spPr>
          <a:xfrm flipV="1">
            <a:off x="8103037" y="245"/>
            <a:ext cx="4088963" cy="6857508"/>
          </a:xfrm>
          <a:custGeom>
            <a:avLst/>
            <a:gdLst>
              <a:gd name="connsiteX0" fmla="*/ 0 w 4088963"/>
              <a:gd name="connsiteY0" fmla="*/ 6857508 h 6857508"/>
              <a:gd name="connsiteX1" fmla="*/ 4082466 w 4088963"/>
              <a:gd name="connsiteY1" fmla="*/ 6857508 h 6857508"/>
              <a:gd name="connsiteX2" fmla="*/ 4082466 w 4088963"/>
              <a:gd name="connsiteY2" fmla="*/ 6844756 h 6857508"/>
              <a:gd name="connsiteX3" fmla="*/ 4088963 w 4088963"/>
              <a:gd name="connsiteY3" fmla="*/ 6844756 h 6857508"/>
              <a:gd name="connsiteX4" fmla="*/ 4088963 w 4088963"/>
              <a:gd name="connsiteY4" fmla="*/ 5223397 h 6857508"/>
              <a:gd name="connsiteX5" fmla="*/ 4082466 w 4088963"/>
              <a:gd name="connsiteY5" fmla="*/ 5223397 h 6857508"/>
              <a:gd name="connsiteX6" fmla="*/ 4082466 w 4088963"/>
              <a:gd name="connsiteY6" fmla="*/ 0 h 6857508"/>
              <a:gd name="connsiteX7" fmla="*/ 0 w 4088963"/>
              <a:gd name="connsiteY7" fmla="*/ 0 h 685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8963" h="6857508">
                <a:moveTo>
                  <a:pt x="0" y="6857508"/>
                </a:moveTo>
                <a:lnTo>
                  <a:pt x="4082466" y="6857508"/>
                </a:lnTo>
                <a:lnTo>
                  <a:pt x="4082466" y="6844756"/>
                </a:lnTo>
                <a:lnTo>
                  <a:pt x="4088963" y="6844756"/>
                </a:lnTo>
                <a:lnTo>
                  <a:pt x="4088963" y="5223397"/>
                </a:lnTo>
                <a:lnTo>
                  <a:pt x="4082466" y="5223397"/>
                </a:lnTo>
                <a:lnTo>
                  <a:pt x="4082466" y="0"/>
                </a:lnTo>
                <a:lnTo>
                  <a:pt x="0" y="0"/>
                </a:lnTo>
                <a:close/>
              </a:path>
            </a:pathLst>
          </a:custGeom>
          <a:gradFill flip="none" rotWithShape="1">
            <a:gsLst>
              <a:gs pos="100000">
                <a:schemeClr val="accent1">
                  <a:alpha val="79000"/>
                </a:schemeClr>
              </a:gs>
              <a:gs pos="34000">
                <a:schemeClr val="tx1">
                  <a:alpha val="0"/>
                </a:schemeClr>
              </a:gs>
            </a:gsLst>
            <a:lin ang="2700000" scaled="1"/>
            <a:tileRect/>
          </a:gradFill>
          <a:ln w="14480" cap="flat">
            <a:noFill/>
            <a:prstDash val="solid"/>
            <a:miter/>
          </a:ln>
        </p:spPr>
        <p:txBody>
          <a:bodyPr wrap="square" rtlCol="0" anchor="ctr">
            <a:noAutofit/>
          </a:bodyPr>
          <a:lstStyle>
            <a:lvl1pPr>
              <a:defRPr lang="en-AU" sz="1800" dirty="0">
                <a:solidFill>
                  <a:schemeClr val="tx1"/>
                </a:solidFill>
              </a:defRPr>
            </a:lvl1pPr>
          </a:lstStyle>
          <a:p>
            <a:pPr lvl="0"/>
            <a:r>
              <a:rPr lang="en-US" dirty="0"/>
              <a:t> </a:t>
            </a:r>
            <a:endParaRPr lang="en-AU" dirty="0"/>
          </a:p>
        </p:txBody>
      </p:sp>
      <p:sp>
        <p:nvSpPr>
          <p:cNvPr id="17" name="Picture Placeholder 16">
            <a:extLst>
              <a:ext uri="{FF2B5EF4-FFF2-40B4-BE49-F238E27FC236}">
                <a16:creationId xmlns:a16="http://schemas.microsoft.com/office/drawing/2014/main" id="{5B5D6B1C-6262-4AF0-90EE-88B7D7185125}"/>
              </a:ext>
            </a:extLst>
          </p:cNvPr>
          <p:cNvSpPr>
            <a:spLocks noGrp="1"/>
          </p:cNvSpPr>
          <p:nvPr>
            <p:ph type="pic" sz="quarter" idx="23" hasCustomPrompt="1"/>
          </p:nvPr>
        </p:nvSpPr>
        <p:spPr>
          <a:xfrm>
            <a:off x="8125074" y="1"/>
            <a:ext cx="4066927" cy="6887026"/>
          </a:xfrm>
          <a:custGeom>
            <a:avLst/>
            <a:gdLst>
              <a:gd name="connsiteX0" fmla="*/ 0 w 4066927"/>
              <a:gd name="connsiteY0" fmla="*/ 0 h 6858001"/>
              <a:gd name="connsiteX1" fmla="*/ 4066927 w 4066927"/>
              <a:gd name="connsiteY1" fmla="*/ 0 h 6858001"/>
              <a:gd name="connsiteX2" fmla="*/ 4066927 w 4066927"/>
              <a:gd name="connsiteY2" fmla="*/ 6858001 h 6858001"/>
              <a:gd name="connsiteX3" fmla="*/ 1853351 w 4066927"/>
              <a:gd name="connsiteY3" fmla="*/ 6858001 h 6858001"/>
              <a:gd name="connsiteX4" fmla="*/ 1853351 w 4066927"/>
              <a:gd name="connsiteY4" fmla="*/ 6857886 h 6858001"/>
              <a:gd name="connsiteX5" fmla="*/ 1743436 w 4066927"/>
              <a:gd name="connsiteY5" fmla="*/ 6857886 h 6858001"/>
              <a:gd name="connsiteX6" fmla="*/ 8175 w 4066927"/>
              <a:gd name="connsiteY6" fmla="*/ 5022173 h 6858001"/>
              <a:gd name="connsiteX7" fmla="*/ 0 w 4066927"/>
              <a:gd name="connsiteY7" fmla="*/ 486918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6927" h="6858001">
                <a:moveTo>
                  <a:pt x="0" y="0"/>
                </a:moveTo>
                <a:lnTo>
                  <a:pt x="4066927" y="0"/>
                </a:lnTo>
                <a:lnTo>
                  <a:pt x="4066927" y="6858001"/>
                </a:lnTo>
                <a:lnTo>
                  <a:pt x="1853351" y="6858001"/>
                </a:lnTo>
                <a:lnTo>
                  <a:pt x="1853351" y="6857886"/>
                </a:lnTo>
                <a:lnTo>
                  <a:pt x="1743436" y="6857886"/>
                </a:lnTo>
                <a:cubicBezTo>
                  <a:pt x="791205" y="6568135"/>
                  <a:pt x="91872" y="5809159"/>
                  <a:pt x="8175" y="5022173"/>
                </a:cubicBezTo>
                <a:lnTo>
                  <a:pt x="0" y="4869183"/>
                </a:ln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20" name="Content Placeholder 19">
            <a:extLst>
              <a:ext uri="{FF2B5EF4-FFF2-40B4-BE49-F238E27FC236}">
                <a16:creationId xmlns:a16="http://schemas.microsoft.com/office/drawing/2014/main" id="{AF12626A-8317-4616-9DEA-523330E3B61A}"/>
              </a:ext>
            </a:extLst>
          </p:cNvPr>
          <p:cNvSpPr>
            <a:spLocks noGrp="1"/>
          </p:cNvSpPr>
          <p:nvPr>
            <p:ph sz="quarter" idx="24"/>
          </p:nvPr>
        </p:nvSpPr>
        <p:spPr>
          <a:xfrm>
            <a:off x="695326" y="2030400"/>
            <a:ext cx="7096124" cy="4278920"/>
          </a:xfrm>
          <a:custGeom>
            <a:avLst/>
            <a:gdLst>
              <a:gd name="connsiteX0" fmla="*/ 0 w 4320554"/>
              <a:gd name="connsiteY0" fmla="*/ 0 h 3240087"/>
              <a:gd name="connsiteX1" fmla="*/ 4320554 w 4320554"/>
              <a:gd name="connsiteY1" fmla="*/ 0 h 3240087"/>
              <a:gd name="connsiteX2" fmla="*/ 4320554 w 4320554"/>
              <a:gd name="connsiteY2" fmla="*/ 3240087 h 3240087"/>
              <a:gd name="connsiteX3" fmla="*/ 0 w 4320554"/>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4320554" h="3240087">
                <a:moveTo>
                  <a:pt x="0" y="0"/>
                </a:moveTo>
                <a:lnTo>
                  <a:pt x="4320554" y="0"/>
                </a:lnTo>
                <a:lnTo>
                  <a:pt x="4320554" y="3240087"/>
                </a:lnTo>
                <a:lnTo>
                  <a:pt x="0" y="3240087"/>
                </a:lnTo>
                <a:close/>
              </a:path>
            </a:pathLst>
          </a:custGeom>
        </p:spPr>
        <p:txBody>
          <a:bodyPr vert="horz" wrap="square" lIns="0" tIns="0" rIns="0" bIns="0" rtlCol="0">
            <a:noAutofit/>
          </a:bodyPr>
          <a:lstStyle>
            <a:lvl1pPr>
              <a:defRPr lang="en-US" sz="1400" dirty="0" smtClean="0">
                <a:solidFill>
                  <a:schemeClr val="bg1"/>
                </a:solidFill>
              </a:defRPr>
            </a:lvl1pPr>
            <a:lvl2pPr>
              <a:defRPr lang="en-US" sz="1400" dirty="0" smtClean="0">
                <a:solidFill>
                  <a:schemeClr val="bg1"/>
                </a:solidFill>
              </a:defRPr>
            </a:lvl2pPr>
            <a:lvl3pPr>
              <a:defRPr lang="en-US" sz="1400" dirty="0" smtClean="0">
                <a:solidFill>
                  <a:schemeClr val="bg1"/>
                </a:solidFill>
              </a:defRPr>
            </a:lvl3pPr>
            <a:lvl4pPr>
              <a:defRPr lang="en-US" sz="1400" dirty="0" smtClean="0">
                <a:solidFill>
                  <a:schemeClr val="bg1"/>
                </a:solidFill>
              </a:defRPr>
            </a:lvl4pPr>
            <a:lvl5pPr>
              <a:defRPr lang="en-AU" sz="1400" dirty="0">
                <a:solidFill>
                  <a:schemeClr val="bg1"/>
                </a:solidFill>
              </a:defRPr>
            </a:lvl5pPr>
          </a:lstStyle>
          <a:p>
            <a:pPr lvl="0">
              <a:spcAft>
                <a:spcPts val="1200"/>
              </a:spcAft>
            </a:pPr>
            <a:r>
              <a:rPr lang="en-US"/>
              <a:t>Click to edit Master text styles</a:t>
            </a:r>
          </a:p>
          <a:p>
            <a:pPr lvl="1">
              <a:spcAft>
                <a:spcPts val="1200"/>
              </a:spcAft>
            </a:pPr>
            <a:r>
              <a:rPr lang="en-US"/>
              <a:t>Second level</a:t>
            </a:r>
          </a:p>
          <a:p>
            <a:pPr lvl="2">
              <a:spcAft>
                <a:spcPts val="1200"/>
              </a:spcAft>
            </a:pPr>
            <a:r>
              <a:rPr lang="en-US"/>
              <a:t>Third level</a:t>
            </a:r>
          </a:p>
          <a:p>
            <a:pPr lvl="3">
              <a:spcAft>
                <a:spcPts val="1200"/>
              </a:spcAft>
            </a:pPr>
            <a:r>
              <a:rPr lang="en-US"/>
              <a:t>Fourth level</a:t>
            </a:r>
          </a:p>
          <a:p>
            <a:pPr lvl="4">
              <a:spcAft>
                <a:spcPts val="1200"/>
              </a:spcAft>
            </a:pPr>
            <a:r>
              <a:rPr lang="en-US"/>
              <a:t>Fifth level</a:t>
            </a:r>
            <a:endParaRPr lang="en-AU" dirty="0"/>
          </a:p>
        </p:txBody>
      </p:sp>
      <p:sp>
        <p:nvSpPr>
          <p:cNvPr id="21" name="Title 1">
            <a:extLst>
              <a:ext uri="{FF2B5EF4-FFF2-40B4-BE49-F238E27FC236}">
                <a16:creationId xmlns:a16="http://schemas.microsoft.com/office/drawing/2014/main" id="{9AC21342-65B5-43EB-A61C-CC10FC7BD7B3}"/>
              </a:ext>
            </a:extLst>
          </p:cNvPr>
          <p:cNvSpPr>
            <a:spLocks noGrp="1"/>
          </p:cNvSpPr>
          <p:nvPr>
            <p:ph type="title"/>
          </p:nvPr>
        </p:nvSpPr>
        <p:spPr>
          <a:xfrm>
            <a:off x="695326" y="763200"/>
            <a:ext cx="7096125" cy="503510"/>
          </a:xfrm>
        </p:spPr>
        <p:txBody>
          <a:bodyPr anchor="t">
            <a:noAutofit/>
          </a:bodyPr>
          <a:lstStyle>
            <a:lvl1pPr>
              <a:defRPr sz="3800">
                <a:solidFill>
                  <a:schemeClr val="bg1"/>
                </a:solidFill>
              </a:defRPr>
            </a:lvl1pPr>
          </a:lstStyle>
          <a:p>
            <a:r>
              <a:rPr lang="en-US"/>
              <a:t>Click to edit Master title style</a:t>
            </a:r>
            <a:endParaRPr lang="en-AU" dirty="0"/>
          </a:p>
        </p:txBody>
      </p:sp>
      <p:sp>
        <p:nvSpPr>
          <p:cNvPr id="22" name="Text Placeholder 5">
            <a:extLst>
              <a:ext uri="{FF2B5EF4-FFF2-40B4-BE49-F238E27FC236}">
                <a16:creationId xmlns:a16="http://schemas.microsoft.com/office/drawing/2014/main" id="{09B74B0F-B518-4927-A74F-313B2EC2610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1"/>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32144"/>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293490" y="-1"/>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293490" y="3432144"/>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a:xfrm>
            <a:off x="11208568" y="6526800"/>
            <a:ext cx="288032" cy="10800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22" name="Content Placeholder 21">
            <a:extLst>
              <a:ext uri="{FF2B5EF4-FFF2-40B4-BE49-F238E27FC236}">
                <a16:creationId xmlns:a16="http://schemas.microsoft.com/office/drawing/2014/main" id="{7E880590-31EE-469A-A906-EE62AC106577}"/>
              </a:ext>
            </a:extLst>
          </p:cNvPr>
          <p:cNvSpPr>
            <a:spLocks noGrp="1"/>
          </p:cNvSpPr>
          <p:nvPr>
            <p:ph sz="quarter" idx="23"/>
          </p:nvPr>
        </p:nvSpPr>
        <p:spPr>
          <a:xfrm>
            <a:off x="695325" y="2030400"/>
            <a:ext cx="3384000" cy="4206912"/>
          </a:xfrm>
          <a:custGeom>
            <a:avLst/>
            <a:gdLst>
              <a:gd name="connsiteX0" fmla="*/ 0 w 3384000"/>
              <a:gd name="connsiteY0" fmla="*/ 0 h 3240087"/>
              <a:gd name="connsiteX1" fmla="*/ 3384000 w 3384000"/>
              <a:gd name="connsiteY1" fmla="*/ 0 h 3240087"/>
              <a:gd name="connsiteX2" fmla="*/ 3384000 w 3384000"/>
              <a:gd name="connsiteY2" fmla="*/ 3240087 h 3240087"/>
              <a:gd name="connsiteX3" fmla="*/ 0 w 3384000"/>
              <a:gd name="connsiteY3" fmla="*/ 3240087 h 3240087"/>
            </a:gdLst>
            <a:ahLst/>
            <a:cxnLst>
              <a:cxn ang="0">
                <a:pos x="connsiteX0" y="connsiteY0"/>
              </a:cxn>
              <a:cxn ang="0">
                <a:pos x="connsiteX1" y="connsiteY1"/>
              </a:cxn>
              <a:cxn ang="0">
                <a:pos x="connsiteX2" y="connsiteY2"/>
              </a:cxn>
              <a:cxn ang="0">
                <a:pos x="connsiteX3" y="connsiteY3"/>
              </a:cxn>
            </a:cxnLst>
            <a:rect l="l" t="t" r="r" b="b"/>
            <a:pathLst>
              <a:path w="3384000" h="3240087">
                <a:moveTo>
                  <a:pt x="0" y="0"/>
                </a:moveTo>
                <a:lnTo>
                  <a:pt x="3384000" y="0"/>
                </a:lnTo>
                <a:lnTo>
                  <a:pt x="3384000" y="3240087"/>
                </a:lnTo>
                <a:lnTo>
                  <a:pt x="0" y="3240087"/>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3" name="Text Placeholder 5">
            <a:extLst>
              <a:ext uri="{FF2B5EF4-FFF2-40B4-BE49-F238E27FC236}">
                <a16:creationId xmlns:a16="http://schemas.microsoft.com/office/drawing/2014/main" id="{088CFC63-6AC8-47EA-B1E4-85A2108A3BDE}"/>
              </a:ext>
            </a:extLst>
          </p:cNvPr>
          <p:cNvSpPr>
            <a:spLocks noGrp="1"/>
          </p:cNvSpPr>
          <p:nvPr>
            <p:ph type="body" sz="quarter" idx="31" hasCustomPrompt="1"/>
          </p:nvPr>
        </p:nvSpPr>
        <p:spPr>
          <a:xfrm>
            <a:off x="695326" y="1364400"/>
            <a:ext cx="33845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4" name="Title 3">
            <a:extLst>
              <a:ext uri="{FF2B5EF4-FFF2-40B4-BE49-F238E27FC236}">
                <a16:creationId xmlns:a16="http://schemas.microsoft.com/office/drawing/2014/main" id="{A4BF4B32-3145-473F-ACA2-E9AC7D19BD3C}"/>
              </a:ext>
            </a:extLst>
          </p:cNvPr>
          <p:cNvSpPr>
            <a:spLocks noGrp="1"/>
          </p:cNvSpPr>
          <p:nvPr>
            <p:ph type="title" hasCustomPrompt="1"/>
          </p:nvPr>
        </p:nvSpPr>
        <p:spPr>
          <a:xfrm>
            <a:off x="695326" y="763200"/>
            <a:ext cx="3384550" cy="469056"/>
          </a:xfrm>
        </p:spPr>
        <p:txBody>
          <a:bodyPr/>
          <a:lstStyle/>
          <a:p>
            <a:r>
              <a:rPr lang="en-US" dirty="0"/>
              <a:t>Title style</a:t>
            </a:r>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89700" y="3183349"/>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4000" y="3183349"/>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07050" y="3182602"/>
            <a:ext cx="3384000"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Click to 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4000"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07050" y="2030400"/>
            <a:ext cx="3384000" cy="1080194"/>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22" name="Text Placeholder 5">
            <a:extLst>
              <a:ext uri="{FF2B5EF4-FFF2-40B4-BE49-F238E27FC236}">
                <a16:creationId xmlns:a16="http://schemas.microsoft.com/office/drawing/2014/main" id="{D945792A-E478-4C06-AA1A-F66F0D1360C5}"/>
              </a:ext>
            </a:extLst>
          </p:cNvPr>
          <p:cNvSpPr>
            <a:spLocks noGrp="1"/>
          </p:cNvSpPr>
          <p:nvPr>
            <p:ph type="body" sz="quarter" idx="31" hasCustomPrompt="1"/>
          </p:nvPr>
        </p:nvSpPr>
        <p:spPr>
          <a:xfrm>
            <a:off x="695326" y="1364400"/>
            <a:ext cx="108013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9"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4000"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9" y="4797421"/>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4000" y="4797421"/>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7" y="479752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
        <p:nvSpPr>
          <p:cNvPr id="3" name="Content Placeholder 2">
            <a:extLst>
              <a:ext uri="{FF2B5EF4-FFF2-40B4-BE49-F238E27FC236}">
                <a16:creationId xmlns:a16="http://schemas.microsoft.com/office/drawing/2014/main" id="{B91D2368-D448-4F04-824D-4A3EF656D5ED}"/>
              </a:ext>
            </a:extLst>
          </p:cNvPr>
          <p:cNvSpPr>
            <a:spLocks noGrp="1"/>
          </p:cNvSpPr>
          <p:nvPr>
            <p:ph sz="quarter" idx="41" hasCustomPrompt="1"/>
          </p:nvPr>
        </p:nvSpPr>
        <p:spPr>
          <a:xfrm>
            <a:off x="1944150"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7" name="Content Placeholder 2">
            <a:extLst>
              <a:ext uri="{FF2B5EF4-FFF2-40B4-BE49-F238E27FC236}">
                <a16:creationId xmlns:a16="http://schemas.microsoft.com/office/drawing/2014/main" id="{A9649456-8637-4360-BBD3-85C56C7B2274}"/>
              </a:ext>
            </a:extLst>
          </p:cNvPr>
          <p:cNvSpPr>
            <a:spLocks noGrp="1"/>
          </p:cNvSpPr>
          <p:nvPr>
            <p:ph sz="quarter" idx="42" hasCustomPrompt="1"/>
          </p:nvPr>
        </p:nvSpPr>
        <p:spPr>
          <a:xfrm>
            <a:off x="5628481"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8" name="Text Placeholder 14">
            <a:extLst>
              <a:ext uri="{FF2B5EF4-FFF2-40B4-BE49-F238E27FC236}">
                <a16:creationId xmlns:a16="http://schemas.microsoft.com/office/drawing/2014/main" id="{ABC2BBD3-CE16-4D42-BE52-82E0EEDC9726}"/>
              </a:ext>
            </a:extLst>
          </p:cNvPr>
          <p:cNvSpPr>
            <a:spLocks noGrp="1"/>
          </p:cNvSpPr>
          <p:nvPr>
            <p:ph type="body" sz="quarter" idx="43" hasCustomPrompt="1"/>
          </p:nvPr>
        </p:nvSpPr>
        <p:spPr>
          <a:xfrm>
            <a:off x="8091107" y="2650806"/>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9" name="Content Placeholder 2">
            <a:extLst>
              <a:ext uri="{FF2B5EF4-FFF2-40B4-BE49-F238E27FC236}">
                <a16:creationId xmlns:a16="http://schemas.microsoft.com/office/drawing/2014/main" id="{C5A7B488-C2A3-4A1D-9325-F1CD7F4FEF8D}"/>
              </a:ext>
            </a:extLst>
          </p:cNvPr>
          <p:cNvSpPr>
            <a:spLocks noGrp="1"/>
          </p:cNvSpPr>
          <p:nvPr>
            <p:ph sz="quarter" idx="44" hasCustomPrompt="1"/>
          </p:nvPr>
        </p:nvSpPr>
        <p:spPr>
          <a:xfrm>
            <a:off x="9315588" y="1700907"/>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0" name="Content Placeholder 2">
            <a:extLst>
              <a:ext uri="{FF2B5EF4-FFF2-40B4-BE49-F238E27FC236}">
                <a16:creationId xmlns:a16="http://schemas.microsoft.com/office/drawing/2014/main" id="{A07AED75-9446-4235-B6D5-E94B587A90EC}"/>
              </a:ext>
            </a:extLst>
          </p:cNvPr>
          <p:cNvSpPr>
            <a:spLocks noGrp="1"/>
          </p:cNvSpPr>
          <p:nvPr>
            <p:ph sz="quarter" idx="45" hasCustomPrompt="1"/>
          </p:nvPr>
        </p:nvSpPr>
        <p:spPr>
          <a:xfrm>
            <a:off x="1944150"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1" name="Content Placeholder 2">
            <a:extLst>
              <a:ext uri="{FF2B5EF4-FFF2-40B4-BE49-F238E27FC236}">
                <a16:creationId xmlns:a16="http://schemas.microsoft.com/office/drawing/2014/main" id="{154C06CF-1094-450B-B523-120305F61CF8}"/>
              </a:ext>
            </a:extLst>
          </p:cNvPr>
          <p:cNvSpPr>
            <a:spLocks noGrp="1"/>
          </p:cNvSpPr>
          <p:nvPr>
            <p:ph sz="quarter" idx="46" hasCustomPrompt="1"/>
          </p:nvPr>
        </p:nvSpPr>
        <p:spPr>
          <a:xfrm>
            <a:off x="5628481"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2" name="Content Placeholder 2">
            <a:extLst>
              <a:ext uri="{FF2B5EF4-FFF2-40B4-BE49-F238E27FC236}">
                <a16:creationId xmlns:a16="http://schemas.microsoft.com/office/drawing/2014/main" id="{A79A2BE6-224B-4008-A847-524C659BA6DE}"/>
              </a:ext>
            </a:extLst>
          </p:cNvPr>
          <p:cNvSpPr>
            <a:spLocks noGrp="1"/>
          </p:cNvSpPr>
          <p:nvPr>
            <p:ph sz="quarter" idx="47" hasCustomPrompt="1"/>
          </p:nvPr>
        </p:nvSpPr>
        <p:spPr>
          <a:xfrm>
            <a:off x="9315588" y="3857581"/>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50" name="Text Placeholder 49">
            <a:extLst>
              <a:ext uri="{FF2B5EF4-FFF2-40B4-BE49-F238E27FC236}">
                <a16:creationId xmlns:a16="http://schemas.microsoft.com/office/drawing/2014/main" id="{B2B5AAD5-088A-40FA-8D98-F1660EE94401}"/>
              </a:ext>
            </a:extLst>
          </p:cNvPr>
          <p:cNvSpPr>
            <a:spLocks noGrp="1"/>
          </p:cNvSpPr>
          <p:nvPr>
            <p:ph type="body" sz="quarter" idx="20"/>
          </p:nvPr>
        </p:nvSpPr>
        <p:spPr>
          <a:xfrm>
            <a:off x="719669"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51" name="Text Placeholder 50">
            <a:extLst>
              <a:ext uri="{FF2B5EF4-FFF2-40B4-BE49-F238E27FC236}">
                <a16:creationId xmlns:a16="http://schemas.microsoft.com/office/drawing/2014/main" id="{B96D700E-8A32-4E42-821F-DCAA6F725DDB}"/>
              </a:ext>
            </a:extLst>
          </p:cNvPr>
          <p:cNvSpPr>
            <a:spLocks noGrp="1"/>
          </p:cNvSpPr>
          <p:nvPr>
            <p:ph type="body" sz="quarter" idx="48"/>
          </p:nvPr>
        </p:nvSpPr>
        <p:spPr>
          <a:xfrm>
            <a:off x="4404000"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52" name="Text Placeholder 51">
            <a:extLst>
              <a:ext uri="{FF2B5EF4-FFF2-40B4-BE49-F238E27FC236}">
                <a16:creationId xmlns:a16="http://schemas.microsoft.com/office/drawing/2014/main" id="{B4C604B0-1898-4D36-B3EA-B6BC5BA6D5F0}"/>
              </a:ext>
            </a:extLst>
          </p:cNvPr>
          <p:cNvSpPr>
            <a:spLocks noGrp="1"/>
          </p:cNvSpPr>
          <p:nvPr>
            <p:ph type="body" sz="quarter" idx="49"/>
          </p:nvPr>
        </p:nvSpPr>
        <p:spPr>
          <a:xfrm>
            <a:off x="8091107" y="2924944"/>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53" name="Text Placeholder 52">
            <a:extLst>
              <a:ext uri="{FF2B5EF4-FFF2-40B4-BE49-F238E27FC236}">
                <a16:creationId xmlns:a16="http://schemas.microsoft.com/office/drawing/2014/main" id="{E99A811A-E6D0-4129-9394-A6BD6BC81158}"/>
              </a:ext>
            </a:extLst>
          </p:cNvPr>
          <p:cNvSpPr>
            <a:spLocks noGrp="1"/>
          </p:cNvSpPr>
          <p:nvPr>
            <p:ph type="body" sz="quarter" idx="50"/>
          </p:nvPr>
        </p:nvSpPr>
        <p:spPr>
          <a:xfrm>
            <a:off x="719669"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54" name="Text Placeholder 53">
            <a:extLst>
              <a:ext uri="{FF2B5EF4-FFF2-40B4-BE49-F238E27FC236}">
                <a16:creationId xmlns:a16="http://schemas.microsoft.com/office/drawing/2014/main" id="{92ABE221-1714-464C-9F47-13AA952154A9}"/>
              </a:ext>
            </a:extLst>
          </p:cNvPr>
          <p:cNvSpPr>
            <a:spLocks noGrp="1"/>
          </p:cNvSpPr>
          <p:nvPr>
            <p:ph type="body" sz="quarter" idx="51"/>
          </p:nvPr>
        </p:nvSpPr>
        <p:spPr>
          <a:xfrm>
            <a:off x="4404000"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55" name="Text Placeholder 54">
            <a:extLst>
              <a:ext uri="{FF2B5EF4-FFF2-40B4-BE49-F238E27FC236}">
                <a16:creationId xmlns:a16="http://schemas.microsoft.com/office/drawing/2014/main" id="{D31D0BA8-500F-44DE-802E-21AECAE96B24}"/>
              </a:ext>
            </a:extLst>
          </p:cNvPr>
          <p:cNvSpPr>
            <a:spLocks noGrp="1"/>
          </p:cNvSpPr>
          <p:nvPr>
            <p:ph type="body" sz="quarter" idx="52"/>
          </p:nvPr>
        </p:nvSpPr>
        <p:spPr>
          <a:xfrm>
            <a:off x="8091107" y="5102086"/>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112705" y="2012495"/>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2886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2886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65655" y="2012495"/>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8181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8181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719695" y="2012495"/>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35851"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35851"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48303" y="2012495"/>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64459" y="3956535"/>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64459" y="4230673"/>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979200"/>
            <a:ext cx="5112000" cy="4885200"/>
          </a:xfrm>
          <a:prstGeom prst="rect">
            <a:avLst/>
          </a:prstGeom>
          <a:solidFill>
            <a:schemeClr val="accent1"/>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5" name="Content Placeholder 14">
            <a:extLst>
              <a:ext uri="{FF2B5EF4-FFF2-40B4-BE49-F238E27FC236}">
                <a16:creationId xmlns:a16="http://schemas.microsoft.com/office/drawing/2014/main" id="{6102FA23-4F6E-4CE7-83FA-05BAC2F85D52}"/>
              </a:ext>
            </a:extLst>
          </p:cNvPr>
          <p:cNvSpPr>
            <a:spLocks noGrp="1"/>
          </p:cNvSpPr>
          <p:nvPr>
            <p:ph sz="quarter" idx="21"/>
          </p:nvPr>
        </p:nvSpPr>
        <p:spPr>
          <a:xfrm>
            <a:off x="695324" y="2163010"/>
            <a:ext cx="5197808" cy="3701390"/>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6" name="Text Placeholder 5">
            <a:extLst>
              <a:ext uri="{FF2B5EF4-FFF2-40B4-BE49-F238E27FC236}">
                <a16:creationId xmlns:a16="http://schemas.microsoft.com/office/drawing/2014/main" id="{E77735E5-7E07-439E-A173-ACABCE0324C3}"/>
              </a:ext>
            </a:extLst>
          </p:cNvPr>
          <p:cNvSpPr>
            <a:spLocks noGrp="1"/>
          </p:cNvSpPr>
          <p:nvPr>
            <p:ph type="body" sz="quarter" idx="31" hasCustomPrompt="1"/>
          </p:nvPr>
        </p:nvSpPr>
        <p:spPr>
          <a:xfrm>
            <a:off x="695324" y="1552567"/>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979200"/>
            <a:ext cx="5112000" cy="4884587"/>
          </a:xfrm>
          <a:prstGeom prst="rect">
            <a:avLst/>
          </a:prstGeom>
          <a:solidFill>
            <a:srgbClr val="962A8B"/>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0" name="Content Placeholder 9">
            <a:extLst>
              <a:ext uri="{FF2B5EF4-FFF2-40B4-BE49-F238E27FC236}">
                <a16:creationId xmlns:a16="http://schemas.microsoft.com/office/drawing/2014/main" id="{9DF16ADB-A971-4A3C-96F9-2639482B11CF}"/>
              </a:ext>
            </a:extLst>
          </p:cNvPr>
          <p:cNvSpPr>
            <a:spLocks noGrp="1"/>
          </p:cNvSpPr>
          <p:nvPr>
            <p:ph sz="quarter" idx="23"/>
          </p:nvPr>
        </p:nvSpPr>
        <p:spPr>
          <a:xfrm>
            <a:off x="695324" y="2163600"/>
            <a:ext cx="5197808" cy="3700187"/>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itle 1">
            <a:extLst>
              <a:ext uri="{FF2B5EF4-FFF2-40B4-BE49-F238E27FC236}">
                <a16:creationId xmlns:a16="http://schemas.microsoft.com/office/drawing/2014/main" id="{6475E2FC-2D3C-4D15-BB0D-D4B480A1F98B}"/>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4" name="Text Placeholder 5">
            <a:extLst>
              <a:ext uri="{FF2B5EF4-FFF2-40B4-BE49-F238E27FC236}">
                <a16:creationId xmlns:a16="http://schemas.microsoft.com/office/drawing/2014/main" id="{B0544620-FB92-442D-8D66-3B8ACA09391A}"/>
              </a:ext>
            </a:extLst>
          </p:cNvPr>
          <p:cNvSpPr>
            <a:spLocks noGrp="1"/>
          </p:cNvSpPr>
          <p:nvPr>
            <p:ph type="body" sz="quarter" idx="31" hasCustomPrompt="1"/>
          </p:nvPr>
        </p:nvSpPr>
        <p:spPr>
          <a:xfrm>
            <a:off x="695324" y="1552568"/>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008335"/>
            <a:ext cx="5112000" cy="4885200"/>
          </a:xfrm>
          <a:prstGeom prst="rect">
            <a:avLst/>
          </a:prstGeom>
          <a:solidFill>
            <a:srgbClr val="D7D1CC"/>
          </a:solid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5" name="Content Placeholder 14">
            <a:extLst>
              <a:ext uri="{FF2B5EF4-FFF2-40B4-BE49-F238E27FC236}">
                <a16:creationId xmlns:a16="http://schemas.microsoft.com/office/drawing/2014/main" id="{97467BC2-B2BE-4205-B9B5-DA5CC1F6A008}"/>
              </a:ext>
            </a:extLst>
          </p:cNvPr>
          <p:cNvSpPr>
            <a:spLocks noGrp="1"/>
          </p:cNvSpPr>
          <p:nvPr>
            <p:ph sz="quarter" idx="23"/>
          </p:nvPr>
        </p:nvSpPr>
        <p:spPr>
          <a:xfrm>
            <a:off x="695323" y="2163599"/>
            <a:ext cx="5197808" cy="3729935"/>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6" name="Title 1">
            <a:extLst>
              <a:ext uri="{FF2B5EF4-FFF2-40B4-BE49-F238E27FC236}">
                <a16:creationId xmlns:a16="http://schemas.microsoft.com/office/drawing/2014/main" id="{D1D1FD25-98B7-4075-B181-7E91AA14BBA1}"/>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7" name="Text Placeholder 5">
            <a:extLst>
              <a:ext uri="{FF2B5EF4-FFF2-40B4-BE49-F238E27FC236}">
                <a16:creationId xmlns:a16="http://schemas.microsoft.com/office/drawing/2014/main" id="{AC596C78-2D0A-467F-BBBA-B45A6E93091E}"/>
              </a:ext>
            </a:extLst>
          </p:cNvPr>
          <p:cNvSpPr>
            <a:spLocks noGrp="1"/>
          </p:cNvSpPr>
          <p:nvPr>
            <p:ph type="body" sz="quarter" idx="31" hasCustomPrompt="1"/>
          </p:nvPr>
        </p:nvSpPr>
        <p:spPr>
          <a:xfrm>
            <a:off x="695323" y="1551600"/>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008286"/>
            <a:ext cx="5112000" cy="4885200"/>
          </a:xfrm>
          <a:prstGeom prst="rect">
            <a:avLst/>
          </a:prstGeom>
          <a:solidFill>
            <a:srgbClr val="999490"/>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4" name="Content Placeholder 13">
            <a:extLst>
              <a:ext uri="{FF2B5EF4-FFF2-40B4-BE49-F238E27FC236}">
                <a16:creationId xmlns:a16="http://schemas.microsoft.com/office/drawing/2014/main" id="{B6ED75D5-4A4F-4C1A-87D9-0AF5841C602D}"/>
              </a:ext>
            </a:extLst>
          </p:cNvPr>
          <p:cNvSpPr>
            <a:spLocks noGrp="1"/>
          </p:cNvSpPr>
          <p:nvPr>
            <p:ph sz="quarter" idx="21"/>
          </p:nvPr>
        </p:nvSpPr>
        <p:spPr>
          <a:xfrm>
            <a:off x="695251" y="2163599"/>
            <a:ext cx="5197808" cy="3729887"/>
          </a:xfrm>
          <a:custGeom>
            <a:avLst/>
            <a:gdLst>
              <a:gd name="connsiteX0" fmla="*/ 0 w 5197808"/>
              <a:gd name="connsiteY0" fmla="*/ 0 h 3240090"/>
              <a:gd name="connsiteX1" fmla="*/ 5197808 w 5197808"/>
              <a:gd name="connsiteY1" fmla="*/ 0 h 3240090"/>
              <a:gd name="connsiteX2" fmla="*/ 5197808 w 5197808"/>
              <a:gd name="connsiteY2" fmla="*/ 3240090 h 3240090"/>
              <a:gd name="connsiteX3" fmla="*/ 0 w 5197808"/>
              <a:gd name="connsiteY3" fmla="*/ 3240090 h 3240090"/>
            </a:gdLst>
            <a:ahLst/>
            <a:cxnLst>
              <a:cxn ang="0">
                <a:pos x="connsiteX0" y="connsiteY0"/>
              </a:cxn>
              <a:cxn ang="0">
                <a:pos x="connsiteX1" y="connsiteY1"/>
              </a:cxn>
              <a:cxn ang="0">
                <a:pos x="connsiteX2" y="connsiteY2"/>
              </a:cxn>
              <a:cxn ang="0">
                <a:pos x="connsiteX3" y="connsiteY3"/>
              </a:cxn>
            </a:cxnLst>
            <a:rect l="l" t="t" r="r" b="b"/>
            <a:pathLst>
              <a:path w="5197808" h="3240090">
                <a:moveTo>
                  <a:pt x="0" y="0"/>
                </a:moveTo>
                <a:lnTo>
                  <a:pt x="5197808" y="0"/>
                </a:lnTo>
                <a:lnTo>
                  <a:pt x="5197808" y="3240090"/>
                </a:lnTo>
                <a:lnTo>
                  <a:pt x="0" y="3240090"/>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itle 1">
            <a:extLst>
              <a:ext uri="{FF2B5EF4-FFF2-40B4-BE49-F238E27FC236}">
                <a16:creationId xmlns:a16="http://schemas.microsoft.com/office/drawing/2014/main" id="{40B64CD2-00BE-477A-85FC-603E001D59A5}"/>
              </a:ext>
            </a:extLst>
          </p:cNvPr>
          <p:cNvSpPr>
            <a:spLocks noGrp="1"/>
          </p:cNvSpPr>
          <p:nvPr>
            <p:ph type="title" hasCustomPrompt="1"/>
          </p:nvPr>
        </p:nvSpPr>
        <p:spPr>
          <a:xfrm>
            <a:off x="695326" y="979200"/>
            <a:ext cx="5208588" cy="469056"/>
          </a:xfrm>
        </p:spPr>
        <p:txBody>
          <a:bodyPr/>
          <a:lstStyle>
            <a:lvl1pPr>
              <a:defRPr/>
            </a:lvl1pPr>
          </a:lstStyle>
          <a:p>
            <a:r>
              <a:rPr lang="en-AU" dirty="0"/>
              <a:t>Title here</a:t>
            </a:r>
          </a:p>
        </p:txBody>
      </p:sp>
      <p:sp>
        <p:nvSpPr>
          <p:cNvPr id="16" name="Text Placeholder 5">
            <a:extLst>
              <a:ext uri="{FF2B5EF4-FFF2-40B4-BE49-F238E27FC236}">
                <a16:creationId xmlns:a16="http://schemas.microsoft.com/office/drawing/2014/main" id="{906C11C8-809D-4D04-925A-33C6DB34BE57}"/>
              </a:ext>
            </a:extLst>
          </p:cNvPr>
          <p:cNvSpPr>
            <a:spLocks noGrp="1"/>
          </p:cNvSpPr>
          <p:nvPr>
            <p:ph type="body" sz="quarter" idx="31" hasCustomPrompt="1"/>
          </p:nvPr>
        </p:nvSpPr>
        <p:spPr>
          <a:xfrm>
            <a:off x="695251" y="1552568"/>
            <a:ext cx="5208587"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6" y="2040365"/>
            <a:ext cx="3384548" cy="3671777"/>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2030400"/>
            <a:ext cx="3384548" cy="3671777"/>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4" y="2033057"/>
            <a:ext cx="3384548" cy="3671777"/>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17" name="Text Placeholder 5">
            <a:extLst>
              <a:ext uri="{FF2B5EF4-FFF2-40B4-BE49-F238E27FC236}">
                <a16:creationId xmlns:a16="http://schemas.microsoft.com/office/drawing/2014/main" id="{B4749D6D-DBC4-4697-B59F-A3C7324B6856}"/>
              </a:ext>
            </a:extLst>
          </p:cNvPr>
          <p:cNvSpPr>
            <a:spLocks noGrp="1"/>
          </p:cNvSpPr>
          <p:nvPr>
            <p:ph type="body" sz="quarter" idx="31" hasCustomPrompt="1"/>
          </p:nvPr>
        </p:nvSpPr>
        <p:spPr>
          <a:xfrm>
            <a:off x="695326" y="1364400"/>
            <a:ext cx="1080134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5206" y="4361190"/>
            <a:ext cx="5198533" cy="1368000"/>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
        <p:nvSpPr>
          <p:cNvPr id="29" name="Content Placeholder 28">
            <a:extLst>
              <a:ext uri="{FF2B5EF4-FFF2-40B4-BE49-F238E27FC236}">
                <a16:creationId xmlns:a16="http://schemas.microsoft.com/office/drawing/2014/main" id="{40A5220A-8DEB-49E1-AD72-4DE38F10001D}"/>
              </a:ext>
            </a:extLst>
          </p:cNvPr>
          <p:cNvSpPr>
            <a:spLocks noGrp="1"/>
          </p:cNvSpPr>
          <p:nvPr>
            <p:ph sz="quarter" idx="31"/>
          </p:nvPr>
        </p:nvSpPr>
        <p:spPr>
          <a:xfrm>
            <a:off x="694799" y="2030400"/>
            <a:ext cx="5198532" cy="1368226"/>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5">
            <a:extLst>
              <a:ext uri="{FF2B5EF4-FFF2-40B4-BE49-F238E27FC236}">
                <a16:creationId xmlns:a16="http://schemas.microsoft.com/office/drawing/2014/main" id="{76E37327-CD28-4B4C-A327-FE60BBD71F6C}"/>
              </a:ext>
            </a:extLst>
          </p:cNvPr>
          <p:cNvSpPr>
            <a:spLocks noGrp="1"/>
          </p:cNvSpPr>
          <p:nvPr>
            <p:ph type="body" sz="quarter" idx="32" hasCustomPrompt="1"/>
          </p:nvPr>
        </p:nvSpPr>
        <p:spPr>
          <a:xfrm>
            <a:off x="695326" y="1364400"/>
            <a:ext cx="9575999" cy="506132"/>
          </a:xfrm>
          <a:prstGeom prst="rect">
            <a:avLst/>
          </a:prstGeom>
        </p:spPr>
        <p:txBody>
          <a:bodyPr>
            <a:norm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3" name="Text Placeholder 8">
            <a:extLst>
              <a:ext uri="{FF2B5EF4-FFF2-40B4-BE49-F238E27FC236}">
                <a16:creationId xmlns:a16="http://schemas.microsoft.com/office/drawing/2014/main" id="{ACC5E923-0F11-FC3D-67D3-132B5FEF90D8}"/>
              </a:ext>
            </a:extLst>
          </p:cNvPr>
          <p:cNvSpPr>
            <a:spLocks noGrp="1"/>
          </p:cNvSpPr>
          <p:nvPr>
            <p:ph type="body" sz="quarter" idx="28"/>
          </p:nvPr>
        </p:nvSpPr>
        <p:spPr>
          <a:xfrm>
            <a:off x="676375" y="3558494"/>
            <a:ext cx="5183717" cy="2170696"/>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8">
            <a:extLst>
              <a:ext uri="{FF2B5EF4-FFF2-40B4-BE49-F238E27FC236}">
                <a16:creationId xmlns:a16="http://schemas.microsoft.com/office/drawing/2014/main" id="{C9CC4669-D5CF-188B-5A79-8AB02D9BAEF8}"/>
              </a:ext>
            </a:extLst>
          </p:cNvPr>
          <p:cNvSpPr>
            <a:spLocks noGrp="1"/>
          </p:cNvSpPr>
          <p:nvPr>
            <p:ph type="body" sz="quarter" idx="33"/>
          </p:nvPr>
        </p:nvSpPr>
        <p:spPr>
          <a:xfrm>
            <a:off x="6285206" y="2030400"/>
            <a:ext cx="5183717" cy="2170696"/>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40928" y="2426193"/>
            <a:ext cx="5219998" cy="12646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40928" y="4338433"/>
            <a:ext cx="5219996" cy="1368000"/>
          </a:xfrm>
          <a:prstGeom prst="rect">
            <a:avLst/>
          </a:prstGeom>
        </p:spPr>
        <p:txBody>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40928" y="4059949"/>
            <a:ext cx="5222136" cy="324000"/>
          </a:xfrm>
          <a:prstGeom prst="rect">
            <a:avLst/>
          </a:prstGeom>
        </p:spPr>
        <p:txBody>
          <a:bodyPr/>
          <a:lstStyle>
            <a:lvl1pPr>
              <a:lnSpc>
                <a:spcPct val="100000"/>
              </a:lnSpc>
              <a:defRPr sz="1400" b="1">
                <a:solidFill>
                  <a:schemeClr val="accent1"/>
                </a:solidFill>
              </a:defRPr>
            </a:lvl1pPr>
            <a:lvl6pPr>
              <a:defRPr b="0"/>
            </a:lvl6pPr>
          </a:lstStyle>
          <a:p>
            <a:pPr lvl="0"/>
            <a:r>
              <a:rPr lang="en-US"/>
              <a:t>Click to 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030400"/>
            <a:ext cx="5183717" cy="1656000"/>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799" y="4050433"/>
            <a:ext cx="5183717" cy="1656000"/>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
        <p:nvSpPr>
          <p:cNvPr id="25" name="Text Placeholder 5">
            <a:extLst>
              <a:ext uri="{FF2B5EF4-FFF2-40B4-BE49-F238E27FC236}">
                <a16:creationId xmlns:a16="http://schemas.microsoft.com/office/drawing/2014/main" id="{E3EEABC2-F12A-48B3-8BD1-6F2CE1CA2422}"/>
              </a:ext>
            </a:extLst>
          </p:cNvPr>
          <p:cNvSpPr>
            <a:spLocks noGrp="1"/>
          </p:cNvSpPr>
          <p:nvPr>
            <p:ph type="body" sz="quarter" idx="35"/>
          </p:nvPr>
        </p:nvSpPr>
        <p:spPr>
          <a:xfrm>
            <a:off x="6240928" y="2028166"/>
            <a:ext cx="5222136" cy="324000"/>
          </a:xfrm>
          <a:prstGeom prst="rect">
            <a:avLst/>
          </a:prstGeom>
        </p:spPr>
        <p:txBody>
          <a:bodyPr/>
          <a:lstStyle>
            <a:lvl1pPr>
              <a:lnSpc>
                <a:spcPct val="100000"/>
              </a:lnSpc>
              <a:defRPr sz="1400" b="1">
                <a:solidFill>
                  <a:schemeClr val="accent1"/>
                </a:solidFill>
              </a:defRPr>
            </a:lvl1pPr>
            <a:lvl6pPr>
              <a:defRPr b="0"/>
            </a:lvl6pPr>
          </a:lstStyle>
          <a:p>
            <a:pPr lvl="0"/>
            <a:r>
              <a:rPr lang="en-US"/>
              <a:t>Click to edit Master text styles</a:t>
            </a:r>
          </a:p>
        </p:txBody>
      </p:sp>
      <p:sp>
        <p:nvSpPr>
          <p:cNvPr id="26" name="Text Placeholder 5">
            <a:extLst>
              <a:ext uri="{FF2B5EF4-FFF2-40B4-BE49-F238E27FC236}">
                <a16:creationId xmlns:a16="http://schemas.microsoft.com/office/drawing/2014/main" id="{88F298BC-8471-411E-B254-EFEEFEB67AEA}"/>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l">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6322634"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6960096" y="2552856"/>
            <a:ext cx="3024336" cy="1538883"/>
          </a:xfrm>
        </p:spPr>
        <p:txBody>
          <a:bodyPr vert="horz" wrap="square" lIns="0" tIns="0" rIns="0" bIns="0" rtlCol="0" anchor="b" anchorCtr="0">
            <a:spAutoFit/>
          </a:bodyPr>
          <a:lstStyle>
            <a:lvl1pPr>
              <a:defRPr lang="en-US" sz="2000" b="1"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6960096" y="4509120"/>
            <a:ext cx="3024336" cy="215444"/>
          </a:xfrm>
        </p:spPr>
        <p:txBody>
          <a:bodyPr vert="horz" wrap="square" lIns="0" tIns="0" rIns="0" bIns="0" rtlCol="0" anchor="t">
            <a:spAutoFit/>
          </a:bodyPr>
          <a:lstStyle>
            <a:lvl1pPr>
              <a:defRPr lang="en-US" sz="1400" b="0"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
        <p:nvSpPr>
          <p:cNvPr id="17" name="Text Placeholder 20">
            <a:extLst>
              <a:ext uri="{FF2B5EF4-FFF2-40B4-BE49-F238E27FC236}">
                <a16:creationId xmlns:a16="http://schemas.microsoft.com/office/drawing/2014/main" id="{CD2CE72D-D404-4E25-9D2A-B4F09819F832}"/>
              </a:ext>
            </a:extLst>
          </p:cNvPr>
          <p:cNvSpPr>
            <a:spLocks noGrp="1"/>
          </p:cNvSpPr>
          <p:nvPr>
            <p:ph type="body" sz="quarter" idx="15" hasCustomPrompt="1"/>
          </p:nvPr>
        </p:nvSpPr>
        <p:spPr>
          <a:xfrm>
            <a:off x="6960096" y="4295030"/>
            <a:ext cx="950400" cy="108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Tree>
    <p:extLst>
      <p:ext uri="{BB962C8B-B14F-4D97-AF65-F5344CB8AC3E}">
        <p14:creationId xmlns:p14="http://schemas.microsoft.com/office/powerpoint/2010/main" val="183337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858000"/>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24" name="Text Placeholder 23">
            <a:extLst>
              <a:ext uri="{FF2B5EF4-FFF2-40B4-BE49-F238E27FC236}">
                <a16:creationId xmlns:a16="http://schemas.microsoft.com/office/drawing/2014/main" id="{BF9620DD-FE5D-4D87-AC0F-D597D310D054}"/>
              </a:ext>
            </a:extLst>
          </p:cNvPr>
          <p:cNvSpPr>
            <a:spLocks noGrp="1"/>
          </p:cNvSpPr>
          <p:nvPr>
            <p:ph type="body" sz="quarter" idx="14" hasCustomPrompt="1"/>
          </p:nvPr>
        </p:nvSpPr>
        <p:spPr>
          <a:xfrm>
            <a:off x="2639616" y="0"/>
            <a:ext cx="4045952" cy="5962455"/>
          </a:xfrm>
          <a:custGeom>
            <a:avLst/>
            <a:gdLst>
              <a:gd name="connsiteX0" fmla="*/ 0 w 4045952"/>
              <a:gd name="connsiteY0" fmla="*/ 0 h 5962455"/>
              <a:gd name="connsiteX1" fmla="*/ 4045952 w 4045952"/>
              <a:gd name="connsiteY1" fmla="*/ 0 h 5962455"/>
              <a:gd name="connsiteX2" fmla="*/ 4045952 w 4045952"/>
              <a:gd name="connsiteY2" fmla="*/ 5962455 h 5962455"/>
              <a:gd name="connsiteX3" fmla="*/ 1276084 w 4045952"/>
              <a:gd name="connsiteY3" fmla="*/ 5962455 h 5962455"/>
              <a:gd name="connsiteX4" fmla="*/ 1276084 w 4045952"/>
              <a:gd name="connsiteY4" fmla="*/ 5962374 h 5962455"/>
              <a:gd name="connsiteX5" fmla="*/ 1200404 w 4045952"/>
              <a:gd name="connsiteY5" fmla="*/ 5962374 h 5962455"/>
              <a:gd name="connsiteX6" fmla="*/ 5630 w 4045952"/>
              <a:gd name="connsiteY6" fmla="*/ 4698435 h 5962455"/>
              <a:gd name="connsiteX7" fmla="*/ 0 w 4045952"/>
              <a:gd name="connsiteY7" fmla="*/ 4593084 h 596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5952" h="5962455">
                <a:moveTo>
                  <a:pt x="0" y="0"/>
                </a:moveTo>
                <a:lnTo>
                  <a:pt x="4045952" y="0"/>
                </a:lnTo>
                <a:lnTo>
                  <a:pt x="4045952" y="5962455"/>
                </a:lnTo>
                <a:lnTo>
                  <a:pt x="1276084" y="5962455"/>
                </a:lnTo>
                <a:lnTo>
                  <a:pt x="1276084" y="5962374"/>
                </a:lnTo>
                <a:lnTo>
                  <a:pt x="1200404" y="5962374"/>
                </a:lnTo>
                <a:cubicBezTo>
                  <a:pt x="544767" y="5762872"/>
                  <a:pt x="63257" y="5240297"/>
                  <a:pt x="5630" y="4698435"/>
                </a:cubicBezTo>
                <a:lnTo>
                  <a:pt x="0" y="45930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defRPr lang="en-US" sz="1800" smtClean="0">
                <a:solidFill>
                  <a:schemeClr val="lt1"/>
                </a:solidFill>
              </a:defRPr>
            </a:lvl1pPr>
            <a:lvl2pPr>
              <a:defRPr lang="en-US" sz="1800" smtClean="0">
                <a:solidFill>
                  <a:schemeClr val="lt1"/>
                </a:solidFill>
              </a:defRPr>
            </a:lvl2pPr>
            <a:lvl3pPr>
              <a:defRPr lang="en-US" sz="1800" smtClean="0">
                <a:solidFill>
                  <a:schemeClr val="lt1"/>
                </a:solidFill>
              </a:defRPr>
            </a:lvl3pPr>
            <a:lvl4pPr>
              <a:defRPr lang="en-US" sz="1800" smtClean="0">
                <a:solidFill>
                  <a:schemeClr val="lt1"/>
                </a:solidFill>
              </a:defRPr>
            </a:lvl4pPr>
            <a:lvl5pPr>
              <a:defRPr lang="en-AU" sz="1800">
                <a:solidFill>
                  <a:schemeClr val="lt1"/>
                </a:solidFill>
              </a:defRPr>
            </a:lvl5pPr>
          </a:lstStyle>
          <a:p>
            <a:pPr lvl="0" algn="ctr"/>
            <a:r>
              <a:rPr lang="en-US" dirty="0"/>
              <a:t> </a:t>
            </a:r>
            <a:endParaRPr lang="en-AU" dirty="0"/>
          </a:p>
        </p:txBody>
      </p:sp>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lvl1pPr>
              <a:defRPr>
                <a:solidFill>
                  <a:schemeClr val="bg1"/>
                </a:solidFill>
              </a:defRPr>
            </a:lvl1pPr>
          </a:lstStyle>
          <a:p>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3277078" y="2552856"/>
            <a:ext cx="3024336" cy="1538883"/>
          </a:xfrm>
        </p:spPr>
        <p:txBody>
          <a:bodyPr vert="horz" wrap="square" lIns="0" tIns="0" rIns="0" bIns="0" rtlCol="0" anchor="b" anchorCtr="0">
            <a:spAutoFit/>
          </a:bodyPr>
          <a:lstStyle>
            <a:lvl1pPr>
              <a:defRPr lang="en-US" sz="2000" b="1"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3277078" y="4509120"/>
            <a:ext cx="3024336" cy="215444"/>
          </a:xfrm>
        </p:spPr>
        <p:txBody>
          <a:bodyPr vert="horz" wrap="square" lIns="0" tIns="0" rIns="0" bIns="0" rtlCol="0" anchor="t">
            <a:spAutoFit/>
          </a:bodyPr>
          <a:lstStyle>
            <a:lvl1pPr>
              <a:defRPr lang="en-US" sz="1400" b="0"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
        <p:nvSpPr>
          <p:cNvPr id="17" name="Text Placeholder 20">
            <a:extLst>
              <a:ext uri="{FF2B5EF4-FFF2-40B4-BE49-F238E27FC236}">
                <a16:creationId xmlns:a16="http://schemas.microsoft.com/office/drawing/2014/main" id="{CD2CE72D-D404-4E25-9D2A-B4F09819F832}"/>
              </a:ext>
            </a:extLst>
          </p:cNvPr>
          <p:cNvSpPr>
            <a:spLocks noGrp="1"/>
          </p:cNvSpPr>
          <p:nvPr>
            <p:ph type="body" sz="quarter" idx="15" hasCustomPrompt="1"/>
          </p:nvPr>
        </p:nvSpPr>
        <p:spPr>
          <a:xfrm>
            <a:off x="3277078" y="4295030"/>
            <a:ext cx="950400" cy="10800"/>
          </a:xfrm>
          <a:prstGeom prst="rect">
            <a:avLst/>
          </a:prstGeom>
          <a:solidFill>
            <a:schemeClr val="tx2">
              <a:alpha val="50000"/>
            </a:schemeClr>
          </a:solidFill>
        </p:spPr>
        <p:txBody>
          <a:bodyPr/>
          <a:lstStyle>
            <a:lvl1pPr>
              <a:defRPr>
                <a:latin typeface="+mn-lt"/>
              </a:defRPr>
            </a:lvl1pPr>
          </a:lstStyle>
          <a:p>
            <a:pPr lvl="0"/>
            <a:r>
              <a:rPr lang="en-US" dirty="0"/>
              <a:t> </a:t>
            </a:r>
            <a:endParaRPr lang="en-AU" dirty="0"/>
          </a:p>
        </p:txBody>
      </p:sp>
    </p:spTree>
    <p:extLst>
      <p:ext uri="{BB962C8B-B14F-4D97-AF65-F5344CB8AC3E}">
        <p14:creationId xmlns:p14="http://schemas.microsoft.com/office/powerpoint/2010/main" val="17294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 icons + one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BA98747-0DB5-4B1B-B49E-00EE7FBBF5D6}"/>
              </a:ext>
            </a:extLst>
          </p:cNvPr>
          <p:cNvSpPr>
            <a:spLocks noGrp="1"/>
          </p:cNvSpPr>
          <p:nvPr>
            <p:ph type="pic" sz="quarter" idx="33" hasCustomPrompt="1"/>
          </p:nvPr>
        </p:nvSpPr>
        <p:spPr>
          <a:xfrm>
            <a:off x="-4514" y="1306470"/>
            <a:ext cx="3753813" cy="5546544"/>
          </a:xfrm>
          <a:custGeom>
            <a:avLst/>
            <a:gdLst>
              <a:gd name="connsiteX0" fmla="*/ 0 w 3753813"/>
              <a:gd name="connsiteY0" fmla="*/ 0 h 6308700"/>
              <a:gd name="connsiteX1" fmla="*/ 3753813 w 3753813"/>
              <a:gd name="connsiteY1" fmla="*/ 0 h 6308700"/>
              <a:gd name="connsiteX2" fmla="*/ 3753813 w 3753813"/>
              <a:gd name="connsiteY2" fmla="*/ 6308700 h 6308700"/>
              <a:gd name="connsiteX3" fmla="*/ 0 w 3753813"/>
              <a:gd name="connsiteY3" fmla="*/ 6308700 h 6308700"/>
              <a:gd name="connsiteX4" fmla="*/ 0 w 3753813"/>
              <a:gd name="connsiteY4" fmla="*/ 6308592 h 6308700"/>
              <a:gd name="connsiteX5" fmla="*/ 1216808 w 3753813"/>
              <a:gd name="connsiteY5" fmla="*/ 6308592 h 6308700"/>
              <a:gd name="connsiteX6" fmla="*/ 1216808 w 3753813"/>
              <a:gd name="connsiteY6" fmla="*/ 6308513 h 6308700"/>
              <a:gd name="connsiteX7" fmla="*/ 1142621 w 3753813"/>
              <a:gd name="connsiteY7" fmla="*/ 6308513 h 6308700"/>
              <a:gd name="connsiteX8" fmla="*/ 11598 w 3753813"/>
              <a:gd name="connsiteY8" fmla="*/ 5267228 h 6308700"/>
              <a:gd name="connsiteX9" fmla="*/ 0 w 3753813"/>
              <a:gd name="connsiteY9" fmla="*/ 5221165 h 6308700"/>
              <a:gd name="connsiteX0" fmla="*/ 0 w 3753813"/>
              <a:gd name="connsiteY0" fmla="*/ 0 h 6308700"/>
              <a:gd name="connsiteX1" fmla="*/ 3753813 w 3753813"/>
              <a:gd name="connsiteY1" fmla="*/ 0 h 6308700"/>
              <a:gd name="connsiteX2" fmla="*/ 3753813 w 3753813"/>
              <a:gd name="connsiteY2" fmla="*/ 6308700 h 6308700"/>
              <a:gd name="connsiteX3" fmla="*/ 0 w 3753813"/>
              <a:gd name="connsiteY3" fmla="*/ 6308700 h 6308700"/>
              <a:gd name="connsiteX4" fmla="*/ 1216808 w 3753813"/>
              <a:gd name="connsiteY4" fmla="*/ 6308592 h 6308700"/>
              <a:gd name="connsiteX5" fmla="*/ 1216808 w 3753813"/>
              <a:gd name="connsiteY5" fmla="*/ 6308513 h 6308700"/>
              <a:gd name="connsiteX6" fmla="*/ 1142621 w 3753813"/>
              <a:gd name="connsiteY6" fmla="*/ 6308513 h 6308700"/>
              <a:gd name="connsiteX7" fmla="*/ 11598 w 3753813"/>
              <a:gd name="connsiteY7" fmla="*/ 5267228 h 6308700"/>
              <a:gd name="connsiteX8" fmla="*/ 0 w 3753813"/>
              <a:gd name="connsiteY8" fmla="*/ 5221165 h 6308700"/>
              <a:gd name="connsiteX9" fmla="*/ 0 w 3753813"/>
              <a:gd name="connsiteY9" fmla="*/ 0 h 6308700"/>
              <a:gd name="connsiteX0" fmla="*/ 0 w 3753813"/>
              <a:gd name="connsiteY0" fmla="*/ 0 h 6308700"/>
              <a:gd name="connsiteX1" fmla="*/ 3753813 w 3753813"/>
              <a:gd name="connsiteY1" fmla="*/ 0 h 6308700"/>
              <a:gd name="connsiteX2" fmla="*/ 3753813 w 3753813"/>
              <a:gd name="connsiteY2" fmla="*/ 6308700 h 6308700"/>
              <a:gd name="connsiteX3" fmla="*/ 1216808 w 3753813"/>
              <a:gd name="connsiteY3" fmla="*/ 6308592 h 6308700"/>
              <a:gd name="connsiteX4" fmla="*/ 1216808 w 3753813"/>
              <a:gd name="connsiteY4" fmla="*/ 6308513 h 6308700"/>
              <a:gd name="connsiteX5" fmla="*/ 1142621 w 3753813"/>
              <a:gd name="connsiteY5" fmla="*/ 6308513 h 6308700"/>
              <a:gd name="connsiteX6" fmla="*/ 11598 w 3753813"/>
              <a:gd name="connsiteY6" fmla="*/ 5267228 h 6308700"/>
              <a:gd name="connsiteX7" fmla="*/ 0 w 3753813"/>
              <a:gd name="connsiteY7" fmla="*/ 5221165 h 6308700"/>
              <a:gd name="connsiteX8" fmla="*/ 0 w 3753813"/>
              <a:gd name="connsiteY8" fmla="*/ 0 h 630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3813" h="6308700">
                <a:moveTo>
                  <a:pt x="0" y="0"/>
                </a:moveTo>
                <a:lnTo>
                  <a:pt x="3753813" y="0"/>
                </a:lnTo>
                <a:lnTo>
                  <a:pt x="3753813" y="6308700"/>
                </a:lnTo>
                <a:lnTo>
                  <a:pt x="1216808" y="6308592"/>
                </a:lnTo>
                <a:lnTo>
                  <a:pt x="1216808" y="6308513"/>
                </a:lnTo>
                <a:lnTo>
                  <a:pt x="1142621" y="6308513"/>
                </a:lnTo>
                <a:cubicBezTo>
                  <a:pt x="580256" y="6137392"/>
                  <a:pt x="148576" y="5723798"/>
                  <a:pt x="11598" y="5267228"/>
                </a:cubicBezTo>
                <a:lnTo>
                  <a:pt x="0" y="5221165"/>
                </a:lnTo>
                <a:lnTo>
                  <a:pt x="0" y="0"/>
                </a:lnTo>
                <a:close/>
              </a:path>
            </a:pathLst>
          </a:custGeom>
          <a:solidFill>
            <a:schemeClr val="bg1">
              <a:lumMod val="95000"/>
            </a:schemeClr>
          </a:solidFill>
        </p:spPr>
        <p:txBody>
          <a:bodyPr wrap="square" anchor="ctr" anchorCtr="0">
            <a:noAutofit/>
          </a:bodyPr>
          <a:lstStyle>
            <a:lvl1pPr algn="ctr">
              <a:defRPr/>
            </a:lvl1pPr>
          </a:lstStyle>
          <a:p>
            <a:r>
              <a:rPr lang="en-AU" dirty="0"/>
              <a:t>Insert image and send to back</a:t>
            </a:r>
          </a:p>
        </p:txBody>
      </p:sp>
      <p:sp>
        <p:nvSpPr>
          <p:cNvPr id="7" name="Rectangle 6">
            <a:extLst>
              <a:ext uri="{FF2B5EF4-FFF2-40B4-BE49-F238E27FC236}">
                <a16:creationId xmlns:a16="http://schemas.microsoft.com/office/drawing/2014/main" id="{D7C74646-5116-45C7-99CA-F3BEE3092EC8}"/>
              </a:ext>
            </a:extLst>
          </p:cNvPr>
          <p:cNvSpPr/>
          <p:nvPr userDrawn="1"/>
        </p:nvSpPr>
        <p:spPr>
          <a:xfrm>
            <a:off x="3801968" y="1311456"/>
            <a:ext cx="3491358" cy="5546544"/>
          </a:xfrm>
          <a:prstGeom prst="rect">
            <a:avLst/>
          </a:prstGeom>
          <a:gradFill>
            <a:gsLst>
              <a:gs pos="34000">
                <a:schemeClr val="accent1"/>
              </a:gs>
              <a:gs pos="0">
                <a:schemeClr val="accent2"/>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8F0D68F-568E-4F07-BF1B-D56E5E1616BC}"/>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8" name="Title 3">
            <a:extLst>
              <a:ext uri="{FF2B5EF4-FFF2-40B4-BE49-F238E27FC236}">
                <a16:creationId xmlns:a16="http://schemas.microsoft.com/office/drawing/2014/main" id="{B7690930-F7A3-403F-8CD6-64AE7616C481}"/>
              </a:ext>
            </a:extLst>
          </p:cNvPr>
          <p:cNvSpPr>
            <a:spLocks noGrp="1"/>
          </p:cNvSpPr>
          <p:nvPr>
            <p:ph type="title" hasCustomPrompt="1"/>
          </p:nvPr>
        </p:nvSpPr>
        <p:spPr>
          <a:xfrm>
            <a:off x="7551600" y="1307416"/>
            <a:ext cx="3945000" cy="469056"/>
          </a:xfrm>
        </p:spPr>
        <p:txBody>
          <a:bodyPr/>
          <a:lstStyle>
            <a:lvl1pPr>
              <a:defRPr/>
            </a:lvl1pPr>
          </a:lstStyle>
          <a:p>
            <a:r>
              <a:rPr lang="en-US" dirty="0"/>
              <a:t>Title here</a:t>
            </a:r>
            <a:endParaRPr lang="en-AU" dirty="0"/>
          </a:p>
        </p:txBody>
      </p:sp>
      <p:sp>
        <p:nvSpPr>
          <p:cNvPr id="11" name="Text Placeholder 10">
            <a:extLst>
              <a:ext uri="{FF2B5EF4-FFF2-40B4-BE49-F238E27FC236}">
                <a16:creationId xmlns:a16="http://schemas.microsoft.com/office/drawing/2014/main" id="{6710EEB8-1B8C-4828-AF29-90D9289687B3}"/>
              </a:ext>
            </a:extLst>
          </p:cNvPr>
          <p:cNvSpPr>
            <a:spLocks noGrp="1"/>
          </p:cNvSpPr>
          <p:nvPr>
            <p:ph type="body" sz="quarter" idx="32"/>
          </p:nvPr>
        </p:nvSpPr>
        <p:spPr>
          <a:xfrm>
            <a:off x="7559562" y="1916832"/>
            <a:ext cx="3937038" cy="42896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9">
            <a:extLst>
              <a:ext uri="{FF2B5EF4-FFF2-40B4-BE49-F238E27FC236}">
                <a16:creationId xmlns:a16="http://schemas.microsoft.com/office/drawing/2014/main" id="{2C1FFA05-383E-4EA0-8A7A-14406633FDAE}"/>
              </a:ext>
            </a:extLst>
          </p:cNvPr>
          <p:cNvSpPr>
            <a:spLocks noGrp="1"/>
          </p:cNvSpPr>
          <p:nvPr>
            <p:ph sz="quarter" idx="34" hasCustomPrompt="1"/>
          </p:nvPr>
        </p:nvSpPr>
        <p:spPr>
          <a:xfrm>
            <a:off x="4511824" y="1993680"/>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5" name="Content Placeholder 9">
            <a:extLst>
              <a:ext uri="{FF2B5EF4-FFF2-40B4-BE49-F238E27FC236}">
                <a16:creationId xmlns:a16="http://schemas.microsoft.com/office/drawing/2014/main" id="{EF7C04B6-0E34-422C-AFA2-C2258851736A}"/>
              </a:ext>
            </a:extLst>
          </p:cNvPr>
          <p:cNvSpPr>
            <a:spLocks noGrp="1"/>
          </p:cNvSpPr>
          <p:nvPr>
            <p:ph sz="quarter" idx="35" hasCustomPrompt="1"/>
          </p:nvPr>
        </p:nvSpPr>
        <p:spPr>
          <a:xfrm>
            <a:off x="4511824" y="3470058"/>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6" name="Content Placeholder 9">
            <a:extLst>
              <a:ext uri="{FF2B5EF4-FFF2-40B4-BE49-F238E27FC236}">
                <a16:creationId xmlns:a16="http://schemas.microsoft.com/office/drawing/2014/main" id="{626B73AE-3585-4450-A61F-2665857EB816}"/>
              </a:ext>
            </a:extLst>
          </p:cNvPr>
          <p:cNvSpPr>
            <a:spLocks noGrp="1"/>
          </p:cNvSpPr>
          <p:nvPr>
            <p:ph sz="quarter" idx="36" hasCustomPrompt="1"/>
          </p:nvPr>
        </p:nvSpPr>
        <p:spPr>
          <a:xfrm>
            <a:off x="4511824" y="4946435"/>
            <a:ext cx="2520279" cy="1260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17" name="Content Placeholder 12">
            <a:extLst>
              <a:ext uri="{FF2B5EF4-FFF2-40B4-BE49-F238E27FC236}">
                <a16:creationId xmlns:a16="http://schemas.microsoft.com/office/drawing/2014/main" id="{CEB3261A-B820-4F34-AA9C-ECB6FADB7347}"/>
              </a:ext>
            </a:extLst>
          </p:cNvPr>
          <p:cNvSpPr>
            <a:spLocks noGrp="1"/>
          </p:cNvSpPr>
          <p:nvPr>
            <p:ph sz="quarter" idx="12" hasCustomPrompt="1"/>
          </p:nvPr>
        </p:nvSpPr>
        <p:spPr>
          <a:xfrm>
            <a:off x="4007691" y="1993680"/>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18" name="Content Placeholder 12">
            <a:extLst>
              <a:ext uri="{FF2B5EF4-FFF2-40B4-BE49-F238E27FC236}">
                <a16:creationId xmlns:a16="http://schemas.microsoft.com/office/drawing/2014/main" id="{9E0DE186-927A-456D-BA02-3331C27470FD}"/>
              </a:ext>
            </a:extLst>
          </p:cNvPr>
          <p:cNvSpPr>
            <a:spLocks noGrp="1"/>
          </p:cNvSpPr>
          <p:nvPr>
            <p:ph sz="quarter" idx="37" hasCustomPrompt="1"/>
          </p:nvPr>
        </p:nvSpPr>
        <p:spPr>
          <a:xfrm>
            <a:off x="4007691" y="3470058"/>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19" name="Content Placeholder 12">
            <a:extLst>
              <a:ext uri="{FF2B5EF4-FFF2-40B4-BE49-F238E27FC236}">
                <a16:creationId xmlns:a16="http://schemas.microsoft.com/office/drawing/2014/main" id="{EC74DFA6-B8C2-4882-ADA6-BDDC15DB7D90}"/>
              </a:ext>
            </a:extLst>
          </p:cNvPr>
          <p:cNvSpPr>
            <a:spLocks noGrp="1"/>
          </p:cNvSpPr>
          <p:nvPr>
            <p:ph sz="quarter" idx="38" hasCustomPrompt="1"/>
          </p:nvPr>
        </p:nvSpPr>
        <p:spPr>
          <a:xfrm>
            <a:off x="4007691" y="4946435"/>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Tree>
    <p:extLst>
      <p:ext uri="{BB962C8B-B14F-4D97-AF65-F5344CB8AC3E}">
        <p14:creationId xmlns:p14="http://schemas.microsoft.com/office/powerpoint/2010/main" val="124270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table_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6" name="Rectangle 5">
            <a:extLst>
              <a:ext uri="{FF2B5EF4-FFF2-40B4-BE49-F238E27FC236}">
                <a16:creationId xmlns:a16="http://schemas.microsoft.com/office/drawing/2014/main" id="{F394381A-1796-48D3-99D8-9D18726C1C17}"/>
              </a:ext>
            </a:extLst>
          </p:cNvPr>
          <p:cNvSpPr/>
          <p:nvPr userDrawn="1"/>
        </p:nvSpPr>
        <p:spPr>
          <a:xfrm flipV="1">
            <a:off x="-7364" y="2030400"/>
            <a:ext cx="12199364" cy="441176"/>
          </a:xfrm>
          <a:prstGeom prst="rect">
            <a:avLst/>
          </a:prstGeom>
          <a:gradFill flip="none" rotWithShape="1">
            <a:gsLst>
              <a:gs pos="38000">
                <a:schemeClr val="accent1"/>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695325" y="2030400"/>
            <a:ext cx="10801350" cy="3895356"/>
          </a:xfrm>
        </p:spPr>
        <p:txBody>
          <a:bodyPr/>
          <a:lstStyle>
            <a:lvl1pPr>
              <a:defRPr>
                <a:solidFill>
                  <a:schemeClr val="bg1"/>
                </a:solidFill>
              </a:defRPr>
            </a:lvl1pPr>
          </a:lstStyle>
          <a:p>
            <a:r>
              <a:rPr lang="en-US"/>
              <a:t>Click icon to add table</a:t>
            </a:r>
            <a:endParaRPr lang="en-AU"/>
          </a:p>
        </p:txBody>
      </p:sp>
      <p:sp>
        <p:nvSpPr>
          <p:cNvPr id="9" name="Text Placeholder 5">
            <a:extLst>
              <a:ext uri="{FF2B5EF4-FFF2-40B4-BE49-F238E27FC236}">
                <a16:creationId xmlns:a16="http://schemas.microsoft.com/office/drawing/2014/main" id="{2CBC60DA-95B5-4B8A-9C10-E7B105A01E42}"/>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512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695325" y="2030400"/>
            <a:ext cx="9575999" cy="3671887"/>
          </a:xfrm>
        </p:spPr>
        <p:txBody>
          <a:bodyPr/>
          <a:lstStyle>
            <a:lvl1pPr>
              <a:defRPr>
                <a:solidFill>
                  <a:schemeClr val="bg1"/>
                </a:solidFill>
              </a:defRPr>
            </a:lvl1pPr>
          </a:lstStyle>
          <a:p>
            <a:r>
              <a:rPr lang="en-US"/>
              <a:t>Click icon to add table</a:t>
            </a:r>
            <a:endParaRPr lang="en-AU"/>
          </a:p>
        </p:txBody>
      </p:sp>
      <p:sp>
        <p:nvSpPr>
          <p:cNvPr id="9" name="Text Placeholder 5">
            <a:extLst>
              <a:ext uri="{FF2B5EF4-FFF2-40B4-BE49-F238E27FC236}">
                <a16:creationId xmlns:a16="http://schemas.microsoft.com/office/drawing/2014/main" id="{2CBC60DA-95B5-4B8A-9C10-E7B105A01E42}"/>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477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B02A2A-B474-483E-8BA0-6F967ADE9726}"/>
              </a:ext>
            </a:extLst>
          </p:cNvPr>
          <p:cNvSpPr>
            <a:spLocks noGrp="1"/>
          </p:cNvSpPr>
          <p:nvPr>
            <p:ph type="ftr" sz="quarter" idx="10"/>
          </p:nvPr>
        </p:nvSpPr>
        <p:spPr/>
        <p:txBody>
          <a:bodyPr/>
          <a:lstStyle/>
          <a:p>
            <a:endParaRPr lang="en-AU" dirty="0"/>
          </a:p>
        </p:txBody>
      </p:sp>
      <p:sp>
        <p:nvSpPr>
          <p:cNvPr id="4" name="Slide Number Placeholder 3">
            <a:extLst>
              <a:ext uri="{FF2B5EF4-FFF2-40B4-BE49-F238E27FC236}">
                <a16:creationId xmlns:a16="http://schemas.microsoft.com/office/drawing/2014/main" id="{1C168D10-C8CC-42E5-BF51-D9C5BB3F450E}"/>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Picture Placeholder 21">
            <a:extLst>
              <a:ext uri="{FF2B5EF4-FFF2-40B4-BE49-F238E27FC236}">
                <a16:creationId xmlns:a16="http://schemas.microsoft.com/office/drawing/2014/main" id="{FEDE633B-2FE4-48AB-9CD1-2A1EB093AF9E}"/>
              </a:ext>
            </a:extLst>
          </p:cNvPr>
          <p:cNvSpPr>
            <a:spLocks noGrp="1"/>
          </p:cNvSpPr>
          <p:nvPr>
            <p:ph type="pic" sz="quarter" idx="14"/>
          </p:nvPr>
        </p:nvSpPr>
        <p:spPr>
          <a:xfrm>
            <a:off x="3719736" y="2778974"/>
            <a:ext cx="2301456" cy="3514546"/>
          </a:xfrm>
          <a:solidFill>
            <a:schemeClr val="bg1">
              <a:lumMod val="95000"/>
            </a:schemeClr>
          </a:solidFill>
        </p:spPr>
        <p:txBody>
          <a:bodyPr/>
          <a:lstStyle/>
          <a:p>
            <a:r>
              <a:rPr lang="en-US"/>
              <a:t>Click icon to add picture</a:t>
            </a:r>
            <a:endParaRPr lang="en-US" dirty="0"/>
          </a:p>
        </p:txBody>
      </p:sp>
      <p:sp>
        <p:nvSpPr>
          <p:cNvPr id="17" name="Picture Placeholder 21">
            <a:extLst>
              <a:ext uri="{FF2B5EF4-FFF2-40B4-BE49-F238E27FC236}">
                <a16:creationId xmlns:a16="http://schemas.microsoft.com/office/drawing/2014/main" id="{B62BB5B9-4568-4309-93B5-668133F36808}"/>
              </a:ext>
            </a:extLst>
          </p:cNvPr>
          <p:cNvSpPr>
            <a:spLocks noGrp="1"/>
          </p:cNvSpPr>
          <p:nvPr>
            <p:ph type="pic" sz="quarter" idx="19"/>
          </p:nvPr>
        </p:nvSpPr>
        <p:spPr>
          <a:xfrm>
            <a:off x="8471624" y="908720"/>
            <a:ext cx="2964660" cy="5384800"/>
          </a:xfrm>
          <a:solidFill>
            <a:schemeClr val="bg1">
              <a:lumMod val="95000"/>
            </a:schemeClr>
          </a:solidFill>
        </p:spPr>
        <p:txBody>
          <a:bodyPr/>
          <a:lstStyle/>
          <a:p>
            <a:r>
              <a:rPr lang="en-US"/>
              <a:t>Click icon to add picture</a:t>
            </a:r>
          </a:p>
        </p:txBody>
      </p:sp>
      <p:sp>
        <p:nvSpPr>
          <p:cNvPr id="19" name="Rectangle 18">
            <a:extLst>
              <a:ext uri="{FF2B5EF4-FFF2-40B4-BE49-F238E27FC236}">
                <a16:creationId xmlns:a16="http://schemas.microsoft.com/office/drawing/2014/main" id="{380F20EE-FF0D-49B8-9D8F-6FF4988FD153}"/>
              </a:ext>
            </a:extLst>
          </p:cNvPr>
          <p:cNvSpPr/>
          <p:nvPr userDrawn="1"/>
        </p:nvSpPr>
        <p:spPr>
          <a:xfrm>
            <a:off x="660400" y="908719"/>
            <a:ext cx="2985168" cy="5384801"/>
          </a:xfrm>
          <a:prstGeom prst="rect">
            <a:avLst/>
          </a:prstGeom>
          <a:gradFill flip="none" rotWithShape="1">
            <a:gsLst>
              <a:gs pos="38000">
                <a:schemeClr val="accent1"/>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21">
            <a:extLst>
              <a:ext uri="{FF2B5EF4-FFF2-40B4-BE49-F238E27FC236}">
                <a16:creationId xmlns:a16="http://schemas.microsoft.com/office/drawing/2014/main" id="{BDF2E1FE-5917-4797-9E49-44EFF2621531}"/>
              </a:ext>
            </a:extLst>
          </p:cNvPr>
          <p:cNvSpPr>
            <a:spLocks noGrp="1"/>
          </p:cNvSpPr>
          <p:nvPr>
            <p:ph type="pic" sz="quarter" idx="21"/>
          </p:nvPr>
        </p:nvSpPr>
        <p:spPr>
          <a:xfrm>
            <a:off x="6096000" y="908720"/>
            <a:ext cx="2301456" cy="3514546"/>
          </a:xfrm>
          <a:solidFill>
            <a:schemeClr val="bg1">
              <a:lumMod val="95000"/>
            </a:schemeClr>
          </a:solidFill>
        </p:spPr>
        <p:txBody>
          <a:bodyPr/>
          <a:lstStyle/>
          <a:p>
            <a:r>
              <a:rPr lang="en-US"/>
              <a:t>Click icon to add picture</a:t>
            </a:r>
            <a:endParaRPr lang="en-US" dirty="0"/>
          </a:p>
        </p:txBody>
      </p:sp>
      <p:sp>
        <p:nvSpPr>
          <p:cNvPr id="21" name="Title 20">
            <a:extLst>
              <a:ext uri="{FF2B5EF4-FFF2-40B4-BE49-F238E27FC236}">
                <a16:creationId xmlns:a16="http://schemas.microsoft.com/office/drawing/2014/main" id="{B3DC9EC2-22B3-4E80-AE40-B61675B3E917}"/>
              </a:ext>
            </a:extLst>
          </p:cNvPr>
          <p:cNvSpPr>
            <a:spLocks noGrp="1"/>
          </p:cNvSpPr>
          <p:nvPr>
            <p:ph type="title"/>
          </p:nvPr>
        </p:nvSpPr>
        <p:spPr>
          <a:xfrm>
            <a:off x="830541" y="1198800"/>
            <a:ext cx="2184251" cy="1728266"/>
          </a:xfrm>
        </p:spPr>
        <p:txBody>
          <a:bodyPr/>
          <a:lstStyle>
            <a:lvl1pPr>
              <a:defRPr sz="3600">
                <a:solidFill>
                  <a:schemeClr val="bg1"/>
                </a:solidFill>
              </a:defRPr>
            </a:lvl1pPr>
          </a:lstStyle>
          <a:p>
            <a:r>
              <a:rPr lang="en-US"/>
              <a:t>Click to edit Master title style</a:t>
            </a:r>
            <a:endParaRPr lang="en-AU" dirty="0"/>
          </a:p>
        </p:txBody>
      </p:sp>
      <p:sp>
        <p:nvSpPr>
          <p:cNvPr id="24" name="Text Placeholder 23">
            <a:extLst>
              <a:ext uri="{FF2B5EF4-FFF2-40B4-BE49-F238E27FC236}">
                <a16:creationId xmlns:a16="http://schemas.microsoft.com/office/drawing/2014/main" id="{6C6F5E5E-0BED-4A63-B208-AD4730EC3FFC}"/>
              </a:ext>
            </a:extLst>
          </p:cNvPr>
          <p:cNvSpPr>
            <a:spLocks noGrp="1"/>
          </p:cNvSpPr>
          <p:nvPr>
            <p:ph type="body" sz="quarter" idx="38" hasCustomPrompt="1"/>
          </p:nvPr>
        </p:nvSpPr>
        <p:spPr>
          <a:xfrm>
            <a:off x="873113" y="5402945"/>
            <a:ext cx="2160588" cy="859210"/>
          </a:xfrm>
        </p:spPr>
        <p:txBody>
          <a:bodyPr vert="horz" wrap="square" lIns="0" tIns="0" rIns="0" bIns="0" rtlCol="0" anchor="t">
            <a:spAutoFit/>
          </a:bodyPr>
          <a:lstStyle>
            <a:lvl1pPr>
              <a:defRPr lang="en-US" b="0" spc="25" smtClean="0">
                <a:solidFill>
                  <a:schemeClr val="bg1"/>
                </a:solidFill>
                <a:latin typeface="+mn-lt"/>
                <a:ea typeface="+mj-ea"/>
                <a:cs typeface="+mj-cs"/>
              </a:defRPr>
            </a:lvl1pPr>
            <a:lvl2pPr>
              <a:defRPr lang="en-US" sz="1800" smtClean="0">
                <a:latin typeface="+mn-lt"/>
              </a:defRPr>
            </a:lvl2pPr>
            <a:lvl3pPr>
              <a:defRPr lang="en-US" sz="1800" smtClean="0">
                <a:latin typeface="+mn-lt"/>
              </a:defRPr>
            </a:lvl3pPr>
            <a:lvl4pPr>
              <a:defRPr lang="en-US" sz="1800" smtClean="0">
                <a:latin typeface="+mn-lt"/>
              </a:defRPr>
            </a:lvl4pPr>
            <a:lvl5pPr>
              <a:defRPr lang="en-AU" sz="1800">
                <a:latin typeface="+mn-lt"/>
              </a:defRPr>
            </a:lvl5pPr>
          </a:lstStyle>
          <a:p>
            <a:pPr marL="12700" lvl="0">
              <a:lnSpc>
                <a:spcPct val="12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a:t>
            </a:r>
          </a:p>
        </p:txBody>
      </p:sp>
      <p:sp>
        <p:nvSpPr>
          <p:cNvPr id="23" name="Picture Placeholder 21">
            <a:extLst>
              <a:ext uri="{FF2B5EF4-FFF2-40B4-BE49-F238E27FC236}">
                <a16:creationId xmlns:a16="http://schemas.microsoft.com/office/drawing/2014/main" id="{4D4DB864-F519-D798-00B8-776A89ECC33A}"/>
              </a:ext>
            </a:extLst>
          </p:cNvPr>
          <p:cNvSpPr>
            <a:spLocks noGrp="1"/>
          </p:cNvSpPr>
          <p:nvPr>
            <p:ph type="pic" sz="quarter" idx="39"/>
          </p:nvPr>
        </p:nvSpPr>
        <p:spPr>
          <a:xfrm>
            <a:off x="3719736" y="908720"/>
            <a:ext cx="2301456" cy="1781150"/>
          </a:xfrm>
          <a:solidFill>
            <a:schemeClr val="bg1">
              <a:lumMod val="95000"/>
            </a:schemeClr>
          </a:solidFill>
        </p:spPr>
        <p:txBody>
          <a:bodyPr/>
          <a:lstStyle/>
          <a:p>
            <a:r>
              <a:rPr lang="en-US"/>
              <a:t>Click icon to add picture</a:t>
            </a:r>
          </a:p>
        </p:txBody>
      </p:sp>
      <p:sp>
        <p:nvSpPr>
          <p:cNvPr id="13" name="Picture Placeholder 21">
            <a:extLst>
              <a:ext uri="{FF2B5EF4-FFF2-40B4-BE49-F238E27FC236}">
                <a16:creationId xmlns:a16="http://schemas.microsoft.com/office/drawing/2014/main" id="{C0A41928-C063-9695-DECC-1289A16CF3FE}"/>
              </a:ext>
            </a:extLst>
          </p:cNvPr>
          <p:cNvSpPr>
            <a:spLocks noGrp="1"/>
          </p:cNvSpPr>
          <p:nvPr>
            <p:ph type="pic" sz="quarter" idx="40"/>
          </p:nvPr>
        </p:nvSpPr>
        <p:spPr>
          <a:xfrm>
            <a:off x="6096000" y="4512370"/>
            <a:ext cx="2301456" cy="1781150"/>
          </a:xfrm>
          <a:solidFill>
            <a:schemeClr val="bg1">
              <a:lumMod val="95000"/>
            </a:schemeClr>
          </a:solidFill>
        </p:spPr>
        <p:txBody>
          <a:bodyPr/>
          <a:lstStyle/>
          <a:p>
            <a:r>
              <a:rPr lang="en-US"/>
              <a:t>Click icon to add picture</a:t>
            </a:r>
          </a:p>
        </p:txBody>
      </p:sp>
    </p:spTree>
    <p:extLst>
      <p:ext uri="{BB962C8B-B14F-4D97-AF65-F5344CB8AC3E}">
        <p14:creationId xmlns:p14="http://schemas.microsoft.com/office/powerpoint/2010/main" val="332132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80385095-2391-426D-A969-133DEBAAD7D2}"/>
              </a:ext>
            </a:extLst>
          </p:cNvPr>
          <p:cNvSpPr/>
          <p:nvPr userDrawn="1"/>
        </p:nvSpPr>
        <p:spPr>
          <a:xfrm>
            <a:off x="-15679" y="246"/>
            <a:ext cx="12192000" cy="6857754"/>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gradFill flip="none" rotWithShape="1">
            <a:gsLst>
              <a:gs pos="46000">
                <a:schemeClr val="accent1"/>
              </a:gs>
              <a:gs pos="100000">
                <a:schemeClr val="accent2"/>
              </a:gs>
            </a:gsLst>
            <a:lin ang="10800000" scaled="1"/>
            <a:tileRect/>
          </a:gradFill>
          <a:ln w="14480" cap="flat">
            <a:noFill/>
            <a:prstDash val="solid"/>
            <a:miter/>
          </a:ln>
        </p:spPr>
        <p:txBody>
          <a:bodyPr rtlCol="0" anchor="ctr"/>
          <a:lstStyle/>
          <a:p>
            <a:endParaRPr lang="en-US" dirty="0"/>
          </a:p>
        </p:txBody>
      </p:sp>
      <p:sp>
        <p:nvSpPr>
          <p:cNvPr id="7" name="Text Placeholder 6"/>
          <p:cNvSpPr>
            <a:spLocks noGrp="1"/>
          </p:cNvSpPr>
          <p:nvPr>
            <p:ph type="body" sz="quarter" idx="10" hasCustomPrompt="1"/>
          </p:nvPr>
        </p:nvSpPr>
        <p:spPr bwMode="white">
          <a:xfrm>
            <a:off x="2711624" y="3266052"/>
            <a:ext cx="3254263" cy="307777"/>
          </a:xfrm>
          <a:prstGeom prst="rect">
            <a:avLst/>
          </a:prstGeom>
        </p:spPr>
        <p:txBody>
          <a:bodyPr vert="horz" lIns="0" tIns="0" rIns="0" bIns="0" rtlCol="0" anchor="t">
            <a:spAutoFit/>
          </a:bodyPr>
          <a:lstStyle>
            <a:lvl1pPr>
              <a:defRPr lang="en-US" sz="20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2711624" y="2420888"/>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2711624" y="3606924"/>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2711624" y="3907656"/>
            <a:ext cx="2200924"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2711624" y="4123556"/>
            <a:ext cx="1346522"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51" name="Text Placeholder 50">
            <a:extLst>
              <a:ext uri="{FF2B5EF4-FFF2-40B4-BE49-F238E27FC236}">
                <a16:creationId xmlns:a16="http://schemas.microsoft.com/office/drawing/2014/main" id="{CEFEC494-73C0-494E-8DE9-7C8FE7AA87FB}"/>
              </a:ext>
            </a:extLst>
          </p:cNvPr>
          <p:cNvSpPr>
            <a:spLocks noGrp="1"/>
          </p:cNvSpPr>
          <p:nvPr>
            <p:ph type="body" sz="quarter" idx="19" hasCustomPrompt="1"/>
          </p:nvPr>
        </p:nvSpPr>
        <p:spPr>
          <a:xfrm>
            <a:off x="271160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65" name="Text Placeholder 64">
            <a:extLst>
              <a:ext uri="{FF2B5EF4-FFF2-40B4-BE49-F238E27FC236}">
                <a16:creationId xmlns:a16="http://schemas.microsoft.com/office/drawing/2014/main" id="{EBA3D052-5560-4BE7-B48A-7CCBABE3CB5B}"/>
              </a:ext>
            </a:extLst>
          </p:cNvPr>
          <p:cNvSpPr>
            <a:spLocks noGrp="1"/>
          </p:cNvSpPr>
          <p:nvPr>
            <p:ph type="body" sz="quarter" idx="20" hasCustomPrompt="1"/>
          </p:nvPr>
        </p:nvSpPr>
        <p:spPr>
          <a:xfrm>
            <a:off x="322948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67" name="Text Placeholder 66">
            <a:extLst>
              <a:ext uri="{FF2B5EF4-FFF2-40B4-BE49-F238E27FC236}">
                <a16:creationId xmlns:a16="http://schemas.microsoft.com/office/drawing/2014/main" id="{B3550CE3-EB5D-48BF-BD90-C402F0393BF4}"/>
              </a:ext>
            </a:extLst>
          </p:cNvPr>
          <p:cNvSpPr>
            <a:spLocks noGrp="1"/>
          </p:cNvSpPr>
          <p:nvPr>
            <p:ph type="body" sz="quarter" idx="21" hasCustomPrompt="1"/>
          </p:nvPr>
        </p:nvSpPr>
        <p:spPr>
          <a:xfrm>
            <a:off x="375543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70" name="Text Placeholder 69">
            <a:extLst>
              <a:ext uri="{FF2B5EF4-FFF2-40B4-BE49-F238E27FC236}">
                <a16:creationId xmlns:a16="http://schemas.microsoft.com/office/drawing/2014/main" id="{E78C0BDD-99F2-43E0-A486-A50E5712E47F}"/>
              </a:ext>
            </a:extLst>
          </p:cNvPr>
          <p:cNvSpPr>
            <a:spLocks noGrp="1"/>
          </p:cNvSpPr>
          <p:nvPr>
            <p:ph type="body" sz="quarter" idx="22" hasCustomPrompt="1"/>
          </p:nvPr>
        </p:nvSpPr>
        <p:spPr>
          <a:xfrm>
            <a:off x="427401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72" name="Text Placeholder 71">
            <a:extLst>
              <a:ext uri="{FF2B5EF4-FFF2-40B4-BE49-F238E27FC236}">
                <a16:creationId xmlns:a16="http://schemas.microsoft.com/office/drawing/2014/main" id="{751850F8-1596-48EC-9EF7-59E146FE07BD}"/>
              </a:ext>
            </a:extLst>
          </p:cNvPr>
          <p:cNvSpPr>
            <a:spLocks noGrp="1"/>
          </p:cNvSpPr>
          <p:nvPr>
            <p:ph type="body" sz="quarter" idx="23" hasCustomPrompt="1"/>
          </p:nvPr>
        </p:nvSpPr>
        <p:spPr>
          <a:xfrm>
            <a:off x="480795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018B49F0-234B-4974-77BB-C696A010C8EB}"/>
              </a:ext>
            </a:extLst>
          </p:cNvPr>
          <p:cNvSpPr txBox="1">
            <a:spLocks/>
          </p:cNvSpPr>
          <p:nvPr userDrawn="1"/>
        </p:nvSpPr>
        <p:spPr bwMode="white">
          <a:xfrm>
            <a:off x="2711606" y="5313782"/>
            <a:ext cx="81432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a:t>
            </a:r>
            <a:endParaRPr lang="en-US" sz="800" dirty="0"/>
          </a:p>
        </p:txBody>
      </p:sp>
      <p:pic>
        <p:nvPicPr>
          <p:cNvPr id="15" name="Picture 14">
            <a:extLst>
              <a:ext uri="{FF2B5EF4-FFF2-40B4-BE49-F238E27FC236}">
                <a16:creationId xmlns:a16="http://schemas.microsoft.com/office/drawing/2014/main" id="{199D9129-7B58-D3FD-2A63-67A7AE280B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3" name="Text Placeholder 5">
            <a:extLst>
              <a:ext uri="{FF2B5EF4-FFF2-40B4-BE49-F238E27FC236}">
                <a16:creationId xmlns:a16="http://schemas.microsoft.com/office/drawing/2014/main" id="{B390C960-6A71-CA12-5620-0AC363122755}"/>
              </a:ext>
            </a:extLst>
          </p:cNvPr>
          <p:cNvSpPr txBox="1">
            <a:spLocks/>
          </p:cNvSpPr>
          <p:nvPr userDrawn="1"/>
        </p:nvSpPr>
        <p:spPr bwMode="white">
          <a:xfrm>
            <a:off x="2711606" y="5313782"/>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51E340C-E489-401B-B6F3-AAF3490020FA}"/>
              </a:ext>
            </a:extLst>
          </p:cNvPr>
          <p:cNvSpPr>
            <a:spLocks noGrp="1"/>
          </p:cNvSpPr>
          <p:nvPr>
            <p:ph type="pic" sz="quarter" idx="19" hasCustomPrompt="1"/>
          </p:nvPr>
        </p:nvSpPr>
        <p:spPr>
          <a:xfrm>
            <a:off x="-15680" y="245"/>
            <a:ext cx="12192000" cy="6857754"/>
          </a:xfrm>
          <a:custGeom>
            <a:avLst/>
            <a:gdLst>
              <a:gd name="connsiteX0" fmla="*/ 0 w 12192000"/>
              <a:gd name="connsiteY0" fmla="*/ 0 h 6857754"/>
              <a:gd name="connsiteX1" fmla="*/ 12192000 w 12192000"/>
              <a:gd name="connsiteY1" fmla="*/ 0 h 6857754"/>
              <a:gd name="connsiteX2" fmla="*/ 12192000 w 12192000"/>
              <a:gd name="connsiteY2" fmla="*/ 5240201 h 6857754"/>
              <a:gd name="connsiteX3" fmla="*/ 10416728 w 12192000"/>
              <a:gd name="connsiteY3" fmla="*/ 5286255 h 6857754"/>
              <a:gd name="connsiteX4" fmla="*/ 8988458 w 12192000"/>
              <a:gd name="connsiteY4" fmla="*/ 6493085 h 6857754"/>
              <a:gd name="connsiteX5" fmla="*/ 10312164 w 12192000"/>
              <a:gd name="connsiteY5" fmla="*/ 6259192 h 6857754"/>
              <a:gd name="connsiteX6" fmla="*/ 12192000 w 12192000"/>
              <a:gd name="connsiteY6" fmla="*/ 6857754 h 6857754"/>
              <a:gd name="connsiteX7" fmla="*/ 3635124 w 12192000"/>
              <a:gd name="connsiteY7" fmla="*/ 6857754 h 6857754"/>
              <a:gd name="connsiteX8" fmla="*/ 0 w 12192000"/>
              <a:gd name="connsiteY8" fmla="*/ 2702136 h 685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7754">
                <a:moveTo>
                  <a:pt x="0" y="0"/>
                </a:moveTo>
                <a:lnTo>
                  <a:pt x="12192000" y="0"/>
                </a:lnTo>
                <a:lnTo>
                  <a:pt x="12192000" y="5240201"/>
                </a:lnTo>
                <a:cubicBezTo>
                  <a:pt x="12134360" y="5220505"/>
                  <a:pt x="11296689" y="4822814"/>
                  <a:pt x="10416728" y="5286255"/>
                </a:cubicBezTo>
                <a:cubicBezTo>
                  <a:pt x="9967189" y="5522755"/>
                  <a:pt x="9070284" y="6395472"/>
                  <a:pt x="8988458" y="6493085"/>
                </a:cubicBezTo>
                <a:cubicBezTo>
                  <a:pt x="9362107" y="6178090"/>
                  <a:pt x="9534740" y="6023417"/>
                  <a:pt x="10312164" y="6259192"/>
                </a:cubicBezTo>
                <a:cubicBezTo>
                  <a:pt x="10997769" y="6466727"/>
                  <a:pt x="11756510" y="6798522"/>
                  <a:pt x="12192000" y="6857754"/>
                </a:cubicBezTo>
                <a:lnTo>
                  <a:pt x="3635124" y="6857754"/>
                </a:lnTo>
                <a:cubicBezTo>
                  <a:pt x="1517628" y="6213427"/>
                  <a:pt x="0" y="4456117"/>
                  <a:pt x="0" y="2702136"/>
                </a:cubicBezTo>
                <a:close/>
              </a:path>
            </a:pathLst>
          </a:custGeom>
          <a:solidFill>
            <a:schemeClr val="bg1">
              <a:lumMod val="95000"/>
            </a:schemeClr>
          </a:solidFill>
        </p:spPr>
        <p:txBody>
          <a:bodyPr wrap="square">
            <a:noAutofit/>
          </a:bodyPr>
          <a:lstStyle>
            <a:lvl1pPr>
              <a:defRPr/>
            </a:lvl1pPr>
          </a:lstStyle>
          <a:p>
            <a:r>
              <a:rPr lang="en-AU" dirty="0"/>
              <a:t>Insert image and send to back</a:t>
            </a:r>
          </a:p>
        </p:txBody>
      </p:sp>
      <p:sp>
        <p:nvSpPr>
          <p:cNvPr id="7" name="Text Placeholder 6"/>
          <p:cNvSpPr>
            <a:spLocks noGrp="1"/>
          </p:cNvSpPr>
          <p:nvPr>
            <p:ph type="body" sz="quarter" idx="10" hasCustomPrompt="1"/>
          </p:nvPr>
        </p:nvSpPr>
        <p:spPr bwMode="white">
          <a:xfrm>
            <a:off x="2711624" y="3266052"/>
            <a:ext cx="3254263" cy="307777"/>
          </a:xfrm>
          <a:prstGeom prst="rect">
            <a:avLst/>
          </a:prstGeom>
        </p:spPr>
        <p:txBody>
          <a:bodyPr vert="horz" lIns="0" tIns="0" rIns="0" bIns="0" rtlCol="0" anchor="t">
            <a:spAutoFit/>
          </a:bodyPr>
          <a:lstStyle>
            <a:lvl1pPr>
              <a:defRPr lang="en-US" sz="2000" b="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2711624" y="2420888"/>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2711624" y="3606924"/>
            <a:ext cx="3254263" cy="215444"/>
          </a:xfrm>
          <a:prstGeom prst="rect">
            <a:avLst/>
          </a:prstGeom>
        </p:spPr>
        <p:txBody>
          <a:bodyPr vert="horz"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2711624" y="3907656"/>
            <a:ext cx="2200924" cy="215444"/>
          </a:xfrm>
          <a:prstGeom prst="rect">
            <a:avLst/>
          </a:prstGeom>
        </p:spPr>
        <p:txBody>
          <a:bodyPr vert="horz" wrap="none"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2711624" y="4123556"/>
            <a:ext cx="1346522" cy="215444"/>
          </a:xfrm>
          <a:prstGeom prst="rect">
            <a:avLst/>
          </a:prstGeom>
        </p:spPr>
        <p:txBody>
          <a:bodyPr vert="horz" wrap="none" lIns="0" tIns="0" rIns="0" bIns="0" rtlCol="0" anchor="t">
            <a:spAutoFit/>
          </a:bodyPr>
          <a:lstStyle>
            <a:lvl1pPr>
              <a:defRPr lang="en-US" sz="1400" b="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21" name="Text Placeholder 20">
            <a:extLst>
              <a:ext uri="{FF2B5EF4-FFF2-40B4-BE49-F238E27FC236}">
                <a16:creationId xmlns:a16="http://schemas.microsoft.com/office/drawing/2014/main" id="{F9CF0F21-1AF8-4E7D-8464-6403D7D0975E}"/>
              </a:ext>
            </a:extLst>
          </p:cNvPr>
          <p:cNvSpPr>
            <a:spLocks noGrp="1"/>
          </p:cNvSpPr>
          <p:nvPr>
            <p:ph type="body" sz="quarter" idx="20" hasCustomPrompt="1"/>
          </p:nvPr>
        </p:nvSpPr>
        <p:spPr>
          <a:xfrm>
            <a:off x="271160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2" name="Text Placeholder 21">
            <a:extLst>
              <a:ext uri="{FF2B5EF4-FFF2-40B4-BE49-F238E27FC236}">
                <a16:creationId xmlns:a16="http://schemas.microsoft.com/office/drawing/2014/main" id="{A85C39C7-FD74-4D69-9F1C-82E7F410C96E}"/>
              </a:ext>
            </a:extLst>
          </p:cNvPr>
          <p:cNvSpPr>
            <a:spLocks noGrp="1"/>
          </p:cNvSpPr>
          <p:nvPr>
            <p:ph type="body" sz="quarter" idx="21" hasCustomPrompt="1"/>
          </p:nvPr>
        </p:nvSpPr>
        <p:spPr>
          <a:xfrm>
            <a:off x="322948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6" name="Text Placeholder 25">
            <a:extLst>
              <a:ext uri="{FF2B5EF4-FFF2-40B4-BE49-F238E27FC236}">
                <a16:creationId xmlns:a16="http://schemas.microsoft.com/office/drawing/2014/main" id="{8463355A-3DD0-4858-BE53-6F6D361EF56F}"/>
              </a:ext>
            </a:extLst>
          </p:cNvPr>
          <p:cNvSpPr>
            <a:spLocks noGrp="1"/>
          </p:cNvSpPr>
          <p:nvPr>
            <p:ph type="body" sz="quarter" idx="22" hasCustomPrompt="1"/>
          </p:nvPr>
        </p:nvSpPr>
        <p:spPr>
          <a:xfrm>
            <a:off x="375543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28" name="Text Placeholder 27">
            <a:extLst>
              <a:ext uri="{FF2B5EF4-FFF2-40B4-BE49-F238E27FC236}">
                <a16:creationId xmlns:a16="http://schemas.microsoft.com/office/drawing/2014/main" id="{A40339E3-2BC2-4DF1-B88F-7DF041C1FD3A}"/>
              </a:ext>
            </a:extLst>
          </p:cNvPr>
          <p:cNvSpPr>
            <a:spLocks noGrp="1"/>
          </p:cNvSpPr>
          <p:nvPr>
            <p:ph type="body" sz="quarter" idx="23" hasCustomPrompt="1"/>
          </p:nvPr>
        </p:nvSpPr>
        <p:spPr>
          <a:xfrm>
            <a:off x="427401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30" name="Text Placeholder 29">
            <a:extLst>
              <a:ext uri="{FF2B5EF4-FFF2-40B4-BE49-F238E27FC236}">
                <a16:creationId xmlns:a16="http://schemas.microsoft.com/office/drawing/2014/main" id="{AAF70255-159E-4A2A-9499-827B8744C601}"/>
              </a:ext>
            </a:extLst>
          </p:cNvPr>
          <p:cNvSpPr>
            <a:spLocks noGrp="1"/>
          </p:cNvSpPr>
          <p:nvPr>
            <p:ph type="body" sz="quarter" idx="24" hasCustomPrompt="1"/>
          </p:nvPr>
        </p:nvSpPr>
        <p:spPr>
          <a:xfrm>
            <a:off x="480795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6" name="Text Placeholder 5">
            <a:extLst>
              <a:ext uri="{FF2B5EF4-FFF2-40B4-BE49-F238E27FC236}">
                <a16:creationId xmlns:a16="http://schemas.microsoft.com/office/drawing/2014/main" id="{49CA893B-E6B7-B8EF-95BC-43DF61BAD720}"/>
              </a:ext>
            </a:extLst>
          </p:cNvPr>
          <p:cNvSpPr txBox="1">
            <a:spLocks/>
          </p:cNvSpPr>
          <p:nvPr userDrawn="1"/>
        </p:nvSpPr>
        <p:spPr bwMode="white">
          <a:xfrm>
            <a:off x="2714281" y="5367438"/>
            <a:ext cx="81432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a:t>
            </a:r>
            <a:endParaRPr lang="en-US" sz="800" dirty="0"/>
          </a:p>
        </p:txBody>
      </p:sp>
      <p:pic>
        <p:nvPicPr>
          <p:cNvPr id="17" name="Picture 16">
            <a:extLst>
              <a:ext uri="{FF2B5EF4-FFF2-40B4-BE49-F238E27FC236}">
                <a16:creationId xmlns:a16="http://schemas.microsoft.com/office/drawing/2014/main" id="{9BDA1BC6-57D4-AB05-9DAA-6A724E33F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2" name="Text Placeholder 5">
            <a:extLst>
              <a:ext uri="{FF2B5EF4-FFF2-40B4-BE49-F238E27FC236}">
                <a16:creationId xmlns:a16="http://schemas.microsoft.com/office/drawing/2014/main" id="{7E7DBE68-C9B2-5E04-9759-B580B9B9B6F9}"/>
              </a:ext>
            </a:extLst>
          </p:cNvPr>
          <p:cNvSpPr txBox="1">
            <a:spLocks/>
          </p:cNvSpPr>
          <p:nvPr userDrawn="1"/>
        </p:nvSpPr>
        <p:spPr bwMode="white">
          <a:xfrm>
            <a:off x="2711606" y="5313782"/>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spTree>
    <p:extLst>
      <p:ext uri="{BB962C8B-B14F-4D97-AF65-F5344CB8AC3E}">
        <p14:creationId xmlns:p14="http://schemas.microsoft.com/office/powerpoint/2010/main" val="59201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1608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pic>
        <p:nvPicPr>
          <p:cNvPr id="6" name="Picture 5">
            <a:extLst>
              <a:ext uri="{FF2B5EF4-FFF2-40B4-BE49-F238E27FC236}">
                <a16:creationId xmlns:a16="http://schemas.microsoft.com/office/drawing/2014/main" id="{7103EC6B-DCAC-6CBC-8ED2-C5FC949EF8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228684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5" y="763960"/>
            <a:ext cx="9576000" cy="469056"/>
          </a:xfrm>
          <a:prstGeom prst="rect">
            <a:avLst/>
          </a:prstGeom>
        </p:spPr>
        <p:txBody>
          <a:bodyPr vert="horz" lIns="0" tIns="0" rIns="0" bIns="0" rtlCol="0" anchor="t" anchorCtr="0">
            <a:noAutofit/>
          </a:bodyPr>
          <a:lstStyle/>
          <a:p>
            <a:r>
              <a:rPr lang="en-US" dirty="0"/>
              <a:t>[Title]</a:t>
            </a:r>
            <a:endParaRPr lang="en-AU" dirty="0"/>
          </a:p>
        </p:txBody>
      </p:sp>
      <p:sp>
        <p:nvSpPr>
          <p:cNvPr id="6" name="Footer Placeholder 4"/>
          <p:cNvSpPr>
            <a:spLocks noGrp="1"/>
          </p:cNvSpPr>
          <p:nvPr>
            <p:ph type="ftr" sz="quarter" idx="3"/>
          </p:nvPr>
        </p:nvSpPr>
        <p:spPr>
          <a:xfrm>
            <a:off x="695326" y="6526800"/>
            <a:ext cx="3360109" cy="108000"/>
          </a:xfrm>
          <a:prstGeom prst="rect">
            <a:avLst/>
          </a:prstGeom>
        </p:spPr>
        <p:txBody>
          <a:bodyPr vert="horz" lIns="0" tIns="0" rIns="0" bIns="0" rtlCol="0" anchor="ctr"/>
          <a:lstStyle>
            <a:lvl1pPr algn="l">
              <a:defRPr sz="800" b="0">
                <a:solidFill>
                  <a:schemeClr val="tx1"/>
                </a:solidFill>
              </a:defRPr>
            </a:lvl1pPr>
          </a:lstStyle>
          <a:p>
            <a:endParaRPr lang="en-AU" dirty="0"/>
          </a:p>
        </p:txBody>
      </p:sp>
      <p:sp>
        <p:nvSpPr>
          <p:cNvPr id="7" name="Slide Number Placeholder 5"/>
          <p:cNvSpPr>
            <a:spLocks noGrp="1"/>
          </p:cNvSpPr>
          <p:nvPr>
            <p:ph type="sldNum" sz="quarter" idx="4"/>
          </p:nvPr>
        </p:nvSpPr>
        <p:spPr>
          <a:xfrm>
            <a:off x="11208568" y="6526800"/>
            <a:ext cx="288032" cy="108000"/>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5" name="Text Placeholder 4">
            <a:extLst>
              <a:ext uri="{FF2B5EF4-FFF2-40B4-BE49-F238E27FC236}">
                <a16:creationId xmlns:a16="http://schemas.microsoft.com/office/drawing/2014/main" id="{F7B3D40D-3A3C-4C3B-B5E3-57416DC62D0A}"/>
              </a:ext>
            </a:extLst>
          </p:cNvPr>
          <p:cNvSpPr>
            <a:spLocks noGrp="1"/>
          </p:cNvSpPr>
          <p:nvPr>
            <p:ph type="body" idx="1"/>
          </p:nvPr>
        </p:nvSpPr>
        <p:spPr>
          <a:xfrm>
            <a:off x="695325" y="2030400"/>
            <a:ext cx="9576000" cy="36718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8" name="Picture 7">
            <a:extLst>
              <a:ext uri="{FF2B5EF4-FFF2-40B4-BE49-F238E27FC236}">
                <a16:creationId xmlns:a16="http://schemas.microsoft.com/office/drawing/2014/main" id="{E0FB2558-6228-01A8-6AA9-F913EDFCDE95}"/>
              </a:ext>
            </a:extLst>
          </p:cNvPr>
          <p:cNvPicPr preferRelativeResize="0">
            <a:picLocks noChangeAspect="1"/>
          </p:cNvPicPr>
          <p:nvPr userDrawn="1"/>
        </p:nvPicPr>
        <p:blipFill>
          <a:blip r:embed="rId52" cstate="screen">
            <a:extLst>
              <a:ext uri="{28A0092B-C50C-407E-A947-70E740481C1C}">
                <a14:useLocalDpi xmlns:a14="http://schemas.microsoft.com/office/drawing/2010/main"/>
              </a:ext>
            </a:extLst>
          </a:blip>
          <a:stretch>
            <a:fillRect/>
          </a:stretch>
        </p:blipFill>
        <p:spPr>
          <a:xfrm>
            <a:off x="10314000" y="360001"/>
            <a:ext cx="1512000" cy="396445"/>
          </a:xfrm>
          <a:prstGeom prst="rect">
            <a:avLst/>
          </a:prstGeom>
        </p:spPr>
      </p:pic>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816" r:id="rId3"/>
    <p:sldLayoutId id="2147483817" r:id="rId4"/>
    <p:sldLayoutId id="2147483799" r:id="rId5"/>
    <p:sldLayoutId id="2147483800" r:id="rId6"/>
    <p:sldLayoutId id="2147483792" r:id="rId7"/>
    <p:sldLayoutId id="2147483802" r:id="rId8"/>
    <p:sldLayoutId id="2147483775" r:id="rId9"/>
    <p:sldLayoutId id="2147483650" r:id="rId10"/>
    <p:sldLayoutId id="2147483815" r:id="rId11"/>
    <p:sldLayoutId id="2147483652" r:id="rId12"/>
    <p:sldLayoutId id="2147483778" r:id="rId13"/>
    <p:sldLayoutId id="2147483804" r:id="rId14"/>
    <p:sldLayoutId id="2147483805" r:id="rId15"/>
    <p:sldLayoutId id="2147483803" r:id="rId16"/>
    <p:sldLayoutId id="2147483806" r:id="rId17"/>
    <p:sldLayoutId id="2147483779" r:id="rId18"/>
    <p:sldLayoutId id="2147483728" r:id="rId19"/>
    <p:sldLayoutId id="2147483656" r:id="rId20"/>
    <p:sldLayoutId id="2147483732" r:id="rId21"/>
    <p:sldLayoutId id="2147483793" r:id="rId22"/>
    <p:sldLayoutId id="2147483657" r:id="rId23"/>
    <p:sldLayoutId id="2147483765" r:id="rId24"/>
    <p:sldLayoutId id="2147483787" r:id="rId25"/>
    <p:sldLayoutId id="2147483788" r:id="rId26"/>
    <p:sldLayoutId id="2147483794" r:id="rId27"/>
    <p:sldLayoutId id="2147483795" r:id="rId28"/>
    <p:sldLayoutId id="2147483796" r:id="rId29"/>
    <p:sldLayoutId id="2147483791" r:id="rId30"/>
    <p:sldLayoutId id="2147483797" r:id="rId31"/>
    <p:sldLayoutId id="2147483790" r:id="rId32"/>
    <p:sldLayoutId id="2147483798" r:id="rId33"/>
    <p:sldLayoutId id="2147483768" r:id="rId34"/>
    <p:sldLayoutId id="2147483769" r:id="rId35"/>
    <p:sldLayoutId id="2147483770" r:id="rId36"/>
    <p:sldLayoutId id="2147483771" r:id="rId37"/>
    <p:sldLayoutId id="2147483789" r:id="rId38"/>
    <p:sldLayoutId id="2147483776" r:id="rId39"/>
    <p:sldLayoutId id="2147483777" r:id="rId40"/>
    <p:sldLayoutId id="2147483807" r:id="rId41"/>
    <p:sldLayoutId id="2147483808" r:id="rId42"/>
    <p:sldLayoutId id="2147483809" r:id="rId43"/>
    <p:sldLayoutId id="2147483810" r:id="rId44"/>
    <p:sldLayoutId id="2147483814" r:id="rId45"/>
    <p:sldLayoutId id="2147483811" r:id="rId46"/>
    <p:sldLayoutId id="2147483780" r:id="rId47"/>
    <p:sldLayoutId id="2147483801" r:id="rId48"/>
    <p:sldLayoutId id="2147483813" r:id="rId49"/>
    <p:sldLayoutId id="2147483812" r:id="rId5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8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438" userDrawn="1">
          <p15:clr>
            <a:srgbClr val="F26B43"/>
          </p15:clr>
        </p15:guide>
        <p15:guide id="6" orient="horz" pos="3974" userDrawn="1">
          <p15:clr>
            <a:srgbClr val="F26B43"/>
          </p15:clr>
        </p15:guide>
        <p15:guide id="7" orient="horz" pos="436"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661" userDrawn="1">
          <p15:clr>
            <a:srgbClr val="F26B43"/>
          </p15:clr>
        </p15:guide>
        <p15:guide id="20" orient="horz" pos="193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D872F-7ABE-4831-9CF2-9DF3DB2485E2}"/>
              </a:ext>
            </a:extLst>
          </p:cNvPr>
          <p:cNvSpPr>
            <a:spLocks noGrp="1"/>
          </p:cNvSpPr>
          <p:nvPr>
            <p:ph type="title"/>
          </p:nvPr>
        </p:nvSpPr>
        <p:spPr>
          <a:xfrm>
            <a:off x="1703513" y="1988840"/>
            <a:ext cx="5112568" cy="1296144"/>
          </a:xfrm>
        </p:spPr>
        <p:txBody>
          <a:bodyPr anchor="t">
            <a:normAutofit/>
          </a:bodyPr>
          <a:lstStyle/>
          <a:p>
            <a:r>
              <a:rPr lang="en-AU" dirty="0"/>
              <a:t>Research Update</a:t>
            </a:r>
          </a:p>
        </p:txBody>
      </p:sp>
      <p:sp>
        <p:nvSpPr>
          <p:cNvPr id="3" name="Text Placeholder 2">
            <a:extLst>
              <a:ext uri="{FF2B5EF4-FFF2-40B4-BE49-F238E27FC236}">
                <a16:creationId xmlns:a16="http://schemas.microsoft.com/office/drawing/2014/main" id="{3B57C0B7-EEDF-423E-8CF2-4BD67484F0F5}"/>
              </a:ext>
            </a:extLst>
          </p:cNvPr>
          <p:cNvSpPr>
            <a:spLocks noGrp="1"/>
          </p:cNvSpPr>
          <p:nvPr>
            <p:ph type="body" sz="quarter" idx="10"/>
          </p:nvPr>
        </p:nvSpPr>
        <p:spPr>
          <a:xfrm>
            <a:off x="1723786" y="2819400"/>
            <a:ext cx="5116831" cy="246221"/>
          </a:xfrm>
        </p:spPr>
        <p:txBody>
          <a:bodyPr wrap="square" anchor="t">
            <a:normAutofit/>
          </a:bodyPr>
          <a:lstStyle/>
          <a:p>
            <a:r>
              <a:rPr lang="en-AU" dirty="0"/>
              <a:t>Le Na Ngo</a:t>
            </a:r>
          </a:p>
        </p:txBody>
      </p:sp>
    </p:spTree>
    <p:extLst>
      <p:ext uri="{BB962C8B-B14F-4D97-AF65-F5344CB8AC3E}">
        <p14:creationId xmlns:p14="http://schemas.microsoft.com/office/powerpoint/2010/main" val="202912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9784EE-9E4C-4FEC-08C2-A0FA69028CD6}"/>
              </a:ext>
            </a:extLst>
          </p:cNvPr>
          <p:cNvSpPr>
            <a:spLocks noGrp="1"/>
          </p:cNvSpPr>
          <p:nvPr>
            <p:ph sz="quarter" idx="10"/>
          </p:nvPr>
        </p:nvSpPr>
        <p:spPr/>
        <p:txBody>
          <a:bodyPr/>
          <a:lstStyle/>
          <a:p>
            <a:pPr marL="285750" indent="-285750">
              <a:buFontTx/>
              <a:buChar char="-"/>
            </a:pPr>
            <a:endParaRPr lang="en-US" dirty="0"/>
          </a:p>
          <a:p>
            <a:pPr marL="285750" indent="-285750">
              <a:buFontTx/>
              <a:buChar char="-"/>
            </a:pPr>
            <a:r>
              <a:rPr lang="en-US" dirty="0"/>
              <a:t>Rerun the analysis for </a:t>
            </a:r>
            <a:r>
              <a:rPr lang="en-US" i="1" dirty="0" err="1"/>
              <a:t>rrs</a:t>
            </a:r>
            <a:r>
              <a:rPr lang="en-US" dirty="0"/>
              <a:t> with original reference (E. coli MG1655):</a:t>
            </a:r>
          </a:p>
          <a:p>
            <a:pPr marL="285750" indent="-285750">
              <a:buFontTx/>
              <a:buChar char="-"/>
            </a:pPr>
            <a:r>
              <a:rPr lang="en-US" dirty="0"/>
              <a:t>Check the code and </a:t>
            </a:r>
            <a:r>
              <a:rPr lang="en-US" dirty="0" err="1"/>
              <a:t>Github</a:t>
            </a:r>
            <a:r>
              <a:rPr lang="en-US" dirty="0"/>
              <a:t>: found no modification after the 1</a:t>
            </a:r>
            <a:r>
              <a:rPr lang="en-US" baseline="30000" dirty="0"/>
              <a:t>st</a:t>
            </a:r>
            <a:r>
              <a:rPr lang="en-US" dirty="0"/>
              <a:t> run</a:t>
            </a:r>
          </a:p>
          <a:p>
            <a:pPr marL="285750" indent="-285750">
              <a:buFontTx/>
              <a:buChar char="-"/>
            </a:pPr>
            <a:r>
              <a:rPr lang="en-US" dirty="0"/>
              <a:t>Could we check the code again and rerun for </a:t>
            </a:r>
            <a:r>
              <a:rPr lang="en-US" i="1" dirty="0" err="1"/>
              <a:t>rpsL</a:t>
            </a:r>
            <a:r>
              <a:rPr lang="en-US" dirty="0"/>
              <a:t> as well?     </a:t>
            </a:r>
          </a:p>
        </p:txBody>
      </p:sp>
      <p:sp>
        <p:nvSpPr>
          <p:cNvPr id="3" name="Title 2">
            <a:extLst>
              <a:ext uri="{FF2B5EF4-FFF2-40B4-BE49-F238E27FC236}">
                <a16:creationId xmlns:a16="http://schemas.microsoft.com/office/drawing/2014/main" id="{8CB170BB-56C2-FB33-6143-14FCE470BEF8}"/>
              </a:ext>
            </a:extLst>
          </p:cNvPr>
          <p:cNvSpPr>
            <a:spLocks noGrp="1"/>
          </p:cNvSpPr>
          <p:nvPr>
            <p:ph type="title"/>
          </p:nvPr>
        </p:nvSpPr>
        <p:spPr/>
        <p:txBody>
          <a:bodyPr/>
          <a:lstStyle/>
          <a:p>
            <a:r>
              <a:rPr lang="en-US" dirty="0"/>
              <a:t>1. Streptomycin Resistance</a:t>
            </a:r>
          </a:p>
        </p:txBody>
      </p:sp>
      <p:sp>
        <p:nvSpPr>
          <p:cNvPr id="4" name="Footer Placeholder 3">
            <a:extLst>
              <a:ext uri="{FF2B5EF4-FFF2-40B4-BE49-F238E27FC236}">
                <a16:creationId xmlns:a16="http://schemas.microsoft.com/office/drawing/2014/main" id="{A942ABDA-CBD1-10F7-883D-6385CF35F99A}"/>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B3AC1ECE-F9FC-841E-4350-FE0699899BB9}"/>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Tree>
    <p:extLst>
      <p:ext uri="{BB962C8B-B14F-4D97-AF65-F5344CB8AC3E}">
        <p14:creationId xmlns:p14="http://schemas.microsoft.com/office/powerpoint/2010/main" val="232469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CAB8211-32AE-E752-336E-FABD04F2CC41}"/>
              </a:ext>
            </a:extLst>
          </p:cNvPr>
          <p:cNvPicPr>
            <a:picLocks noGrp="1" noChangeAspect="1"/>
          </p:cNvPicPr>
          <p:nvPr>
            <p:ph sz="quarter" idx="10"/>
          </p:nvPr>
        </p:nvPicPr>
        <p:blipFill>
          <a:blip r:embed="rId2"/>
          <a:stretch>
            <a:fillRect/>
          </a:stretch>
        </p:blipFill>
        <p:spPr>
          <a:xfrm>
            <a:off x="2614045" y="3505200"/>
            <a:ext cx="7444355" cy="2977742"/>
          </a:xfrm>
        </p:spPr>
      </p:pic>
      <p:sp>
        <p:nvSpPr>
          <p:cNvPr id="5" name="Slide Number Placeholder 4">
            <a:extLst>
              <a:ext uri="{FF2B5EF4-FFF2-40B4-BE49-F238E27FC236}">
                <a16:creationId xmlns:a16="http://schemas.microsoft.com/office/drawing/2014/main" id="{DFA2E231-1871-B1CB-61D4-95CA89E72C78}"/>
              </a:ext>
            </a:extLst>
          </p:cNvPr>
          <p:cNvSpPr>
            <a:spLocks noGrp="1"/>
          </p:cNvSpPr>
          <p:nvPr>
            <p:ph type="sldNum" sz="quarter" idx="18"/>
          </p:nvPr>
        </p:nvSpPr>
        <p:spPr/>
        <p:txBody>
          <a:bodyPr/>
          <a:lstStyle/>
          <a:p>
            <a:fld id="{E917DE0E-AFB1-41FD-BC35-27DB61CA125F}" type="slidenum">
              <a:rPr lang="en-AU" smtClean="0"/>
              <a:pPr/>
              <a:t>3</a:t>
            </a:fld>
            <a:endParaRPr lang="en-AU" dirty="0"/>
          </a:p>
        </p:txBody>
      </p:sp>
      <p:pic>
        <p:nvPicPr>
          <p:cNvPr id="9" name="Picture 8">
            <a:extLst>
              <a:ext uri="{FF2B5EF4-FFF2-40B4-BE49-F238E27FC236}">
                <a16:creationId xmlns:a16="http://schemas.microsoft.com/office/drawing/2014/main" id="{827F9D2A-DFF7-D9B5-0A1C-703F32B29588}"/>
              </a:ext>
            </a:extLst>
          </p:cNvPr>
          <p:cNvPicPr>
            <a:picLocks noChangeAspect="1"/>
          </p:cNvPicPr>
          <p:nvPr/>
        </p:nvPicPr>
        <p:blipFill>
          <a:blip r:embed="rId3"/>
          <a:stretch>
            <a:fillRect/>
          </a:stretch>
        </p:blipFill>
        <p:spPr>
          <a:xfrm>
            <a:off x="2588150" y="419284"/>
            <a:ext cx="7429500" cy="2971800"/>
          </a:xfrm>
          <a:prstGeom prst="rect">
            <a:avLst/>
          </a:prstGeom>
        </p:spPr>
      </p:pic>
      <p:sp>
        <p:nvSpPr>
          <p:cNvPr id="10" name="TextBox 9">
            <a:extLst>
              <a:ext uri="{FF2B5EF4-FFF2-40B4-BE49-F238E27FC236}">
                <a16:creationId xmlns:a16="http://schemas.microsoft.com/office/drawing/2014/main" id="{C55FF339-700A-4E3F-91D4-DDF4A3C784FC}"/>
              </a:ext>
            </a:extLst>
          </p:cNvPr>
          <p:cNvSpPr txBox="1"/>
          <p:nvPr/>
        </p:nvSpPr>
        <p:spPr>
          <a:xfrm>
            <a:off x="914400" y="1828800"/>
            <a:ext cx="830677" cy="369332"/>
          </a:xfrm>
          <a:prstGeom prst="rect">
            <a:avLst/>
          </a:prstGeom>
          <a:noFill/>
        </p:spPr>
        <p:txBody>
          <a:bodyPr wrap="none" rtlCol="0">
            <a:spAutoFit/>
          </a:bodyPr>
          <a:lstStyle/>
          <a:p>
            <a:r>
              <a:rPr lang="en-US" dirty="0"/>
              <a:t>1</a:t>
            </a:r>
            <a:r>
              <a:rPr lang="en-US" baseline="30000" dirty="0"/>
              <a:t>st</a:t>
            </a:r>
            <a:r>
              <a:rPr lang="en-US" dirty="0"/>
              <a:t> run</a:t>
            </a:r>
          </a:p>
        </p:txBody>
      </p:sp>
      <p:sp>
        <p:nvSpPr>
          <p:cNvPr id="11" name="TextBox 10">
            <a:extLst>
              <a:ext uri="{FF2B5EF4-FFF2-40B4-BE49-F238E27FC236}">
                <a16:creationId xmlns:a16="http://schemas.microsoft.com/office/drawing/2014/main" id="{2FA10B9D-5445-F9C6-3F50-97EC98DF76CB}"/>
              </a:ext>
            </a:extLst>
          </p:cNvPr>
          <p:cNvSpPr txBox="1"/>
          <p:nvPr/>
        </p:nvSpPr>
        <p:spPr>
          <a:xfrm>
            <a:off x="914399" y="4191000"/>
            <a:ext cx="880369" cy="369332"/>
          </a:xfrm>
          <a:prstGeom prst="rect">
            <a:avLst/>
          </a:prstGeom>
          <a:noFill/>
        </p:spPr>
        <p:txBody>
          <a:bodyPr wrap="none" rtlCol="0">
            <a:spAutoFit/>
          </a:bodyPr>
          <a:lstStyle/>
          <a:p>
            <a:r>
              <a:rPr lang="en-US" dirty="0"/>
              <a:t>2</a:t>
            </a:r>
            <a:r>
              <a:rPr lang="en-US" baseline="30000" dirty="0"/>
              <a:t>nd</a:t>
            </a:r>
            <a:r>
              <a:rPr lang="en-US" dirty="0"/>
              <a:t> run</a:t>
            </a:r>
          </a:p>
        </p:txBody>
      </p:sp>
    </p:spTree>
    <p:extLst>
      <p:ext uri="{BB962C8B-B14F-4D97-AF65-F5344CB8AC3E}">
        <p14:creationId xmlns:p14="http://schemas.microsoft.com/office/powerpoint/2010/main" val="326499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D72D7A0-EEBC-6F31-6C7A-6F3BF3B37A31}"/>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7" name="TextBox 6">
            <a:extLst>
              <a:ext uri="{FF2B5EF4-FFF2-40B4-BE49-F238E27FC236}">
                <a16:creationId xmlns:a16="http://schemas.microsoft.com/office/drawing/2014/main" id="{048E30C1-B3DE-4D6F-4CFC-76422DBC5C46}"/>
              </a:ext>
            </a:extLst>
          </p:cNvPr>
          <p:cNvSpPr txBox="1"/>
          <p:nvPr/>
        </p:nvSpPr>
        <p:spPr>
          <a:xfrm>
            <a:off x="762000" y="990600"/>
            <a:ext cx="6098796" cy="5447645"/>
          </a:xfrm>
          <a:prstGeom prst="rect">
            <a:avLst/>
          </a:prstGeom>
          <a:noFill/>
        </p:spPr>
        <p:txBody>
          <a:bodyPr wrap="square">
            <a:spAutoFit/>
          </a:bodyPr>
          <a:lstStyle/>
          <a:p>
            <a:r>
              <a:rPr lang="en-US" sz="1200" dirty="0">
                <a:solidFill>
                  <a:schemeClr val="accent1"/>
                </a:solidFill>
              </a:rPr>
              <a:t>Summary of screened target </a:t>
            </a:r>
            <a:r>
              <a:rPr lang="en-US" sz="1200" dirty="0" err="1">
                <a:solidFill>
                  <a:schemeClr val="accent1"/>
                </a:solidFill>
              </a:rPr>
              <a:t>rrs</a:t>
            </a:r>
            <a:r>
              <a:rPr lang="en-US" sz="1200" dirty="0">
                <a:solidFill>
                  <a:schemeClr val="accent1"/>
                </a:solidFill>
              </a:rPr>
              <a:t> sequences </a:t>
            </a:r>
          </a:p>
          <a:p>
            <a:endParaRPr lang="en-US" sz="1200" dirty="0">
              <a:solidFill>
                <a:schemeClr val="accent1"/>
              </a:solidFill>
            </a:endParaRPr>
          </a:p>
          <a:p>
            <a:r>
              <a:rPr lang="en-US" sz="1200" dirty="0">
                <a:solidFill>
                  <a:schemeClr val="accent1"/>
                </a:solidFill>
              </a:rPr>
              <a:t>Target sequence statistics before filtering:</a:t>
            </a:r>
          </a:p>
          <a:p>
            <a:r>
              <a:rPr lang="en-US" sz="1200" dirty="0">
                <a:solidFill>
                  <a:schemeClr val="accent1"/>
                </a:solidFill>
              </a:rPr>
              <a:t>    Number of genomes in search results: 21210</a:t>
            </a:r>
          </a:p>
          <a:p>
            <a:r>
              <a:rPr lang="en-US" sz="1200" dirty="0">
                <a:solidFill>
                  <a:schemeClr val="accent1"/>
                </a:solidFill>
              </a:rPr>
              <a:t>    Number of genomes with extracted </a:t>
            </a:r>
            <a:r>
              <a:rPr lang="en-US" sz="1200" dirty="0" err="1">
                <a:solidFill>
                  <a:schemeClr val="accent1"/>
                </a:solidFill>
              </a:rPr>
              <a:t>rrs</a:t>
            </a:r>
            <a:r>
              <a:rPr lang="en-US" sz="1200" dirty="0">
                <a:solidFill>
                  <a:schemeClr val="accent1"/>
                </a:solidFill>
              </a:rPr>
              <a:t> sequence(s): 19908</a:t>
            </a:r>
          </a:p>
          <a:p>
            <a:r>
              <a:rPr lang="en-US" sz="1200" dirty="0">
                <a:solidFill>
                  <a:schemeClr val="accent1"/>
                </a:solidFill>
              </a:rPr>
              <a:t>    Number of genomes where no </a:t>
            </a:r>
            <a:r>
              <a:rPr lang="en-US" sz="1200" dirty="0" err="1">
                <a:solidFill>
                  <a:schemeClr val="accent1"/>
                </a:solidFill>
              </a:rPr>
              <a:t>rrs</a:t>
            </a:r>
            <a:r>
              <a:rPr lang="en-US" sz="1200" dirty="0">
                <a:solidFill>
                  <a:schemeClr val="accent1"/>
                </a:solidFill>
              </a:rPr>
              <a:t> sequence could be extracted: 1302</a:t>
            </a:r>
          </a:p>
          <a:p>
            <a:r>
              <a:rPr lang="en-US" sz="1200" dirty="0">
                <a:solidFill>
                  <a:schemeClr val="accent1"/>
                </a:solidFill>
              </a:rPr>
              <a:t>    Number of species with downloaded genomes: 19905</a:t>
            </a:r>
          </a:p>
          <a:p>
            <a:r>
              <a:rPr lang="en-US" sz="1200" dirty="0">
                <a:solidFill>
                  <a:schemeClr val="accent1"/>
                </a:solidFill>
              </a:rPr>
              <a:t>    Total number of </a:t>
            </a:r>
            <a:r>
              <a:rPr lang="en-US" sz="1200" dirty="0" err="1">
                <a:solidFill>
                  <a:schemeClr val="accent1"/>
                </a:solidFill>
              </a:rPr>
              <a:t>rrs</a:t>
            </a:r>
            <a:r>
              <a:rPr lang="en-US" sz="1200" dirty="0">
                <a:solidFill>
                  <a:schemeClr val="accent1"/>
                </a:solidFill>
              </a:rPr>
              <a:t> sequences: 46306</a:t>
            </a:r>
          </a:p>
          <a:p>
            <a:r>
              <a:rPr lang="en-US" sz="1200" dirty="0">
                <a:solidFill>
                  <a:schemeClr val="accent1"/>
                </a:solidFill>
              </a:rPr>
              <a:t>    Number of genomes with more than one </a:t>
            </a:r>
            <a:r>
              <a:rPr lang="en-US" sz="1200" dirty="0" err="1">
                <a:solidFill>
                  <a:schemeClr val="accent1"/>
                </a:solidFill>
              </a:rPr>
              <a:t>rrs</a:t>
            </a:r>
            <a:r>
              <a:rPr lang="en-US" sz="1200" dirty="0">
                <a:solidFill>
                  <a:schemeClr val="accent1"/>
                </a:solidFill>
              </a:rPr>
              <a:t> sequence: 7623</a:t>
            </a:r>
          </a:p>
          <a:p>
            <a:r>
              <a:rPr lang="en-US" sz="1200" dirty="0">
                <a:solidFill>
                  <a:schemeClr val="accent1"/>
                </a:solidFill>
              </a:rPr>
              <a:t>    Maximum number of </a:t>
            </a:r>
            <a:r>
              <a:rPr lang="en-US" sz="1200" dirty="0" err="1">
                <a:solidFill>
                  <a:schemeClr val="accent1"/>
                </a:solidFill>
              </a:rPr>
              <a:t>rrs</a:t>
            </a:r>
            <a:r>
              <a:rPr lang="en-US" sz="1200" dirty="0">
                <a:solidFill>
                  <a:schemeClr val="accent1"/>
                </a:solidFill>
              </a:rPr>
              <a:t> sequences per genome: 37</a:t>
            </a:r>
          </a:p>
          <a:p>
            <a:r>
              <a:rPr lang="en-US" sz="1200" dirty="0">
                <a:solidFill>
                  <a:schemeClr val="accent1"/>
                </a:solidFill>
              </a:rPr>
              <a:t>Filtering statistics:</a:t>
            </a:r>
          </a:p>
          <a:p>
            <a:r>
              <a:rPr lang="en-US" sz="1200" dirty="0">
                <a:solidFill>
                  <a:schemeClr val="accent1"/>
                </a:solidFill>
              </a:rPr>
              <a:t>    Minimum sequence length: 215</a:t>
            </a:r>
          </a:p>
          <a:p>
            <a:r>
              <a:rPr lang="en-US" sz="1200" dirty="0">
                <a:solidFill>
                  <a:schemeClr val="accent1"/>
                </a:solidFill>
              </a:rPr>
              <a:t>    Median sequence length: 1530.00</a:t>
            </a:r>
          </a:p>
          <a:p>
            <a:r>
              <a:rPr lang="en-US" sz="1200" dirty="0">
                <a:solidFill>
                  <a:schemeClr val="accent1"/>
                </a:solidFill>
              </a:rPr>
              <a:t>    Mean sequence length: 1511.856</a:t>
            </a:r>
          </a:p>
          <a:p>
            <a:r>
              <a:rPr lang="en-US" sz="1200" dirty="0">
                <a:solidFill>
                  <a:schemeClr val="accent1"/>
                </a:solidFill>
              </a:rPr>
              <a:t>    Maximum sequence length: 2667</a:t>
            </a:r>
          </a:p>
          <a:p>
            <a:r>
              <a:rPr lang="en-US" sz="1200" dirty="0">
                <a:solidFill>
                  <a:schemeClr val="accent1"/>
                </a:solidFill>
              </a:rPr>
              <a:t>    Minimum aligning score: -5966.448</a:t>
            </a:r>
          </a:p>
          <a:p>
            <a:r>
              <a:rPr lang="en-US" sz="1200" dirty="0">
                <a:solidFill>
                  <a:schemeClr val="accent1"/>
                </a:solidFill>
              </a:rPr>
              <a:t>    Maximum aligning score: 3055.86</a:t>
            </a:r>
          </a:p>
          <a:p>
            <a:r>
              <a:rPr lang="en-US" sz="1200" dirty="0">
                <a:solidFill>
                  <a:schemeClr val="accent1"/>
                </a:solidFill>
              </a:rPr>
              <a:t>    Minimum distance from reference </a:t>
            </a:r>
            <a:r>
              <a:rPr lang="en-US" sz="1200" dirty="0" err="1">
                <a:solidFill>
                  <a:schemeClr val="accent1"/>
                </a:solidFill>
              </a:rPr>
              <a:t>rrs</a:t>
            </a:r>
            <a:r>
              <a:rPr lang="en-US" sz="1200" dirty="0">
                <a:solidFill>
                  <a:schemeClr val="accent1"/>
                </a:solidFill>
              </a:rPr>
              <a:t> core: 0</a:t>
            </a:r>
          </a:p>
          <a:p>
            <a:r>
              <a:rPr lang="en-US" sz="1200" dirty="0">
                <a:solidFill>
                  <a:schemeClr val="accent1"/>
                </a:solidFill>
              </a:rPr>
              <a:t>    Maximum distance from reference </a:t>
            </a:r>
            <a:r>
              <a:rPr lang="en-US" sz="1200" dirty="0" err="1">
                <a:solidFill>
                  <a:schemeClr val="accent1"/>
                </a:solidFill>
              </a:rPr>
              <a:t>rrs</a:t>
            </a:r>
            <a:r>
              <a:rPr lang="en-US" sz="1200" dirty="0">
                <a:solidFill>
                  <a:schemeClr val="accent1"/>
                </a:solidFill>
              </a:rPr>
              <a:t> core: 527</a:t>
            </a:r>
          </a:p>
          <a:p>
            <a:r>
              <a:rPr lang="en-US" sz="1200" dirty="0">
                <a:solidFill>
                  <a:schemeClr val="accent1"/>
                </a:solidFill>
              </a:rPr>
              <a:t>Filters applied: </a:t>
            </a:r>
          </a:p>
          <a:p>
            <a:r>
              <a:rPr lang="en-US" sz="1200" dirty="0">
                <a:solidFill>
                  <a:schemeClr val="accent1"/>
                </a:solidFill>
              </a:rPr>
              <a:t>    Minimum sequence length: 1200</a:t>
            </a:r>
          </a:p>
          <a:p>
            <a:r>
              <a:rPr lang="en-US" sz="1200" dirty="0">
                <a:solidFill>
                  <a:schemeClr val="accent1"/>
                </a:solidFill>
              </a:rPr>
              <a:t>    Minimum alignment score to E. coli </a:t>
            </a:r>
            <a:r>
              <a:rPr lang="en-US" sz="1200" dirty="0" err="1">
                <a:solidFill>
                  <a:schemeClr val="accent1"/>
                </a:solidFill>
              </a:rPr>
              <a:t>rrs</a:t>
            </a:r>
            <a:r>
              <a:rPr lang="en-US" sz="1200" dirty="0">
                <a:solidFill>
                  <a:schemeClr val="accent1"/>
                </a:solidFill>
              </a:rPr>
              <a:t>: -1000</a:t>
            </a:r>
          </a:p>
          <a:p>
            <a:r>
              <a:rPr lang="en-US" sz="1200" dirty="0">
                <a:solidFill>
                  <a:schemeClr val="accent1"/>
                </a:solidFill>
              </a:rPr>
              <a:t>    Maximum core distance to E. coli </a:t>
            </a:r>
            <a:r>
              <a:rPr lang="en-US" sz="1200" dirty="0" err="1">
                <a:solidFill>
                  <a:schemeClr val="accent1"/>
                </a:solidFill>
              </a:rPr>
              <a:t>rrs</a:t>
            </a:r>
            <a:r>
              <a:rPr lang="en-US" sz="1200" dirty="0">
                <a:solidFill>
                  <a:schemeClr val="accent1"/>
                </a:solidFill>
              </a:rPr>
              <a:t>: 150</a:t>
            </a:r>
          </a:p>
          <a:p>
            <a:r>
              <a:rPr lang="en-US" sz="1200" dirty="0">
                <a:solidFill>
                  <a:schemeClr val="accent1"/>
                </a:solidFill>
              </a:rPr>
              <a:t>Target sequence statistics after filtering:</a:t>
            </a:r>
          </a:p>
          <a:p>
            <a:r>
              <a:rPr lang="en-US" sz="1200" dirty="0">
                <a:solidFill>
                  <a:schemeClr val="accent1"/>
                </a:solidFill>
              </a:rPr>
              <a:t>    Number of genomes with extracted </a:t>
            </a:r>
            <a:r>
              <a:rPr lang="en-US" sz="1200" dirty="0" err="1">
                <a:solidFill>
                  <a:schemeClr val="accent1"/>
                </a:solidFill>
              </a:rPr>
              <a:t>rrs</a:t>
            </a:r>
            <a:r>
              <a:rPr lang="en-US" sz="1200" dirty="0">
                <a:solidFill>
                  <a:schemeClr val="accent1"/>
                </a:solidFill>
              </a:rPr>
              <a:t> sequence(s): 18929</a:t>
            </a:r>
          </a:p>
          <a:p>
            <a:r>
              <a:rPr lang="en-US" sz="1200" dirty="0">
                <a:solidFill>
                  <a:schemeClr val="accent1"/>
                </a:solidFill>
              </a:rPr>
              <a:t>    Number of species with downloaded genomes: 18926</a:t>
            </a:r>
          </a:p>
          <a:p>
            <a:r>
              <a:rPr lang="en-US" sz="1200" dirty="0">
                <a:solidFill>
                  <a:schemeClr val="accent1"/>
                </a:solidFill>
              </a:rPr>
              <a:t>    Total number of </a:t>
            </a:r>
            <a:r>
              <a:rPr lang="en-US" sz="1200" dirty="0" err="1">
                <a:solidFill>
                  <a:schemeClr val="accent1"/>
                </a:solidFill>
              </a:rPr>
              <a:t>rrs</a:t>
            </a:r>
            <a:r>
              <a:rPr lang="en-US" sz="1200" dirty="0">
                <a:solidFill>
                  <a:schemeClr val="accent1"/>
                </a:solidFill>
              </a:rPr>
              <a:t> sequences: 45057</a:t>
            </a:r>
          </a:p>
          <a:p>
            <a:r>
              <a:rPr lang="en-US" sz="1200" dirty="0">
                <a:solidFill>
                  <a:schemeClr val="accent1"/>
                </a:solidFill>
              </a:rPr>
              <a:t>    Number of genomes with more than one </a:t>
            </a:r>
            <a:r>
              <a:rPr lang="en-US" sz="1200" dirty="0" err="1">
                <a:solidFill>
                  <a:schemeClr val="accent1"/>
                </a:solidFill>
              </a:rPr>
              <a:t>rrs</a:t>
            </a:r>
            <a:r>
              <a:rPr lang="en-US" sz="1200" dirty="0">
                <a:solidFill>
                  <a:schemeClr val="accent1"/>
                </a:solidFill>
              </a:rPr>
              <a:t> sequence: 7456</a:t>
            </a:r>
          </a:p>
          <a:p>
            <a:r>
              <a:rPr lang="en-US" sz="1200" dirty="0">
                <a:solidFill>
                  <a:schemeClr val="accent1"/>
                </a:solidFill>
              </a:rPr>
              <a:t>    Maximum number of </a:t>
            </a:r>
            <a:r>
              <a:rPr lang="en-US" sz="1200" dirty="0" err="1">
                <a:solidFill>
                  <a:schemeClr val="accent1"/>
                </a:solidFill>
              </a:rPr>
              <a:t>rrs</a:t>
            </a:r>
            <a:r>
              <a:rPr lang="en-US" sz="1200" dirty="0">
                <a:solidFill>
                  <a:schemeClr val="accent1"/>
                </a:solidFill>
              </a:rPr>
              <a:t> sequences per genome: 37</a:t>
            </a:r>
          </a:p>
        </p:txBody>
      </p:sp>
      <p:sp>
        <p:nvSpPr>
          <p:cNvPr id="8" name="TextBox 7">
            <a:extLst>
              <a:ext uri="{FF2B5EF4-FFF2-40B4-BE49-F238E27FC236}">
                <a16:creationId xmlns:a16="http://schemas.microsoft.com/office/drawing/2014/main" id="{C937E67F-08A3-E8CF-9FA0-4D639780FCC0}"/>
              </a:ext>
            </a:extLst>
          </p:cNvPr>
          <p:cNvSpPr txBox="1"/>
          <p:nvPr/>
        </p:nvSpPr>
        <p:spPr>
          <a:xfrm>
            <a:off x="762000" y="533400"/>
            <a:ext cx="880369" cy="369332"/>
          </a:xfrm>
          <a:prstGeom prst="rect">
            <a:avLst/>
          </a:prstGeom>
          <a:noFill/>
        </p:spPr>
        <p:txBody>
          <a:bodyPr wrap="none" rtlCol="0">
            <a:spAutoFit/>
          </a:bodyPr>
          <a:lstStyle/>
          <a:p>
            <a:r>
              <a:rPr lang="en-US" dirty="0">
                <a:solidFill>
                  <a:schemeClr val="accent1"/>
                </a:solidFill>
              </a:rPr>
              <a:t>2</a:t>
            </a:r>
            <a:r>
              <a:rPr lang="en-US" baseline="30000" dirty="0">
                <a:solidFill>
                  <a:schemeClr val="accent1"/>
                </a:solidFill>
              </a:rPr>
              <a:t>nd</a:t>
            </a:r>
            <a:r>
              <a:rPr lang="en-US" dirty="0">
                <a:solidFill>
                  <a:schemeClr val="accent1"/>
                </a:solidFill>
              </a:rPr>
              <a:t> run</a:t>
            </a:r>
          </a:p>
        </p:txBody>
      </p:sp>
      <p:sp>
        <p:nvSpPr>
          <p:cNvPr id="10" name="TextBox 9">
            <a:extLst>
              <a:ext uri="{FF2B5EF4-FFF2-40B4-BE49-F238E27FC236}">
                <a16:creationId xmlns:a16="http://schemas.microsoft.com/office/drawing/2014/main" id="{DC950165-6C88-4CCA-01FD-3200CEEF175E}"/>
              </a:ext>
            </a:extLst>
          </p:cNvPr>
          <p:cNvSpPr txBox="1"/>
          <p:nvPr/>
        </p:nvSpPr>
        <p:spPr>
          <a:xfrm>
            <a:off x="6096000" y="995011"/>
            <a:ext cx="6098796" cy="2308324"/>
          </a:xfrm>
          <a:prstGeom prst="rect">
            <a:avLst/>
          </a:prstGeom>
          <a:noFill/>
        </p:spPr>
        <p:txBody>
          <a:bodyPr wrap="square">
            <a:spAutoFit/>
          </a:bodyPr>
          <a:lstStyle/>
          <a:p>
            <a:r>
              <a:rPr lang="en-US" sz="1200" dirty="0">
                <a:solidFill>
                  <a:schemeClr val="accent1"/>
                </a:solidFill>
              </a:rPr>
              <a:t>Summary of the mutation screen </a:t>
            </a:r>
          </a:p>
          <a:p>
            <a:endParaRPr lang="en-US" sz="1200" dirty="0">
              <a:solidFill>
                <a:schemeClr val="accent1"/>
              </a:solidFill>
            </a:endParaRPr>
          </a:p>
          <a:p>
            <a:r>
              <a:rPr lang="en-US" sz="1200" dirty="0">
                <a:solidFill>
                  <a:schemeClr val="accent1"/>
                </a:solidFill>
              </a:rPr>
              <a:t>Screened mutations:</a:t>
            </a:r>
          </a:p>
          <a:p>
            <a:r>
              <a:rPr lang="en-US" sz="1200" dirty="0">
                <a:solidFill>
                  <a:schemeClr val="accent1"/>
                </a:solidFill>
              </a:rPr>
              <a:t>    Number of distinct mutations screened: 4</a:t>
            </a:r>
          </a:p>
          <a:p>
            <a:r>
              <a:rPr lang="en-US" sz="1200" dirty="0">
                <a:solidFill>
                  <a:schemeClr val="accent1"/>
                </a:solidFill>
              </a:rPr>
              <a:t>    Number of nucleotide sites: 4</a:t>
            </a:r>
          </a:p>
          <a:p>
            <a:r>
              <a:rPr lang="en-US" sz="1200" dirty="0">
                <a:solidFill>
                  <a:schemeClr val="accent1"/>
                </a:solidFill>
              </a:rPr>
              <a:t>Predicted intrinsic resistance:</a:t>
            </a:r>
          </a:p>
          <a:p>
            <a:r>
              <a:rPr lang="en-US" sz="1200" dirty="0">
                <a:solidFill>
                  <a:schemeClr val="accent1"/>
                </a:solidFill>
              </a:rPr>
              <a:t>    Total number of resistance mutations present across species: 13</a:t>
            </a:r>
          </a:p>
          <a:p>
            <a:r>
              <a:rPr lang="en-US" sz="1200" dirty="0">
                <a:solidFill>
                  <a:schemeClr val="accent1"/>
                </a:solidFill>
              </a:rPr>
              <a:t>    Number of unique mutations present across species: 2</a:t>
            </a:r>
          </a:p>
          <a:p>
            <a:r>
              <a:rPr lang="en-US" sz="1200" dirty="0">
                <a:solidFill>
                  <a:schemeClr val="accent1"/>
                </a:solidFill>
              </a:rPr>
              <a:t>    Number of resistant species: 7</a:t>
            </a:r>
          </a:p>
          <a:p>
            <a:r>
              <a:rPr lang="en-US" sz="1200" dirty="0">
                <a:solidFill>
                  <a:schemeClr val="accent1"/>
                </a:solidFill>
              </a:rPr>
              <a:t>    Percentage of resistant species: 0.04%</a:t>
            </a:r>
          </a:p>
          <a:p>
            <a:r>
              <a:rPr lang="en-US" sz="1200" dirty="0">
                <a:solidFill>
                  <a:schemeClr val="accent1"/>
                </a:solidFill>
              </a:rPr>
              <a:t>    Number of species with multiple resistance mutations: 3</a:t>
            </a:r>
          </a:p>
          <a:p>
            <a:r>
              <a:rPr lang="en-US" sz="1200" dirty="0">
                <a:solidFill>
                  <a:schemeClr val="accent1"/>
                </a:solidFill>
              </a:rPr>
              <a:t>    Number of species where one </a:t>
            </a:r>
            <a:r>
              <a:rPr lang="en-US" sz="1200" dirty="0" err="1">
                <a:solidFill>
                  <a:schemeClr val="accent1"/>
                </a:solidFill>
              </a:rPr>
              <a:t>rrs</a:t>
            </a:r>
            <a:r>
              <a:rPr lang="en-US" sz="1200" dirty="0">
                <a:solidFill>
                  <a:schemeClr val="accent1"/>
                </a:solidFill>
              </a:rPr>
              <a:t> copy confers resistance and one does not: 6</a:t>
            </a:r>
          </a:p>
        </p:txBody>
      </p:sp>
    </p:spTree>
    <p:extLst>
      <p:ext uri="{BB962C8B-B14F-4D97-AF65-F5344CB8AC3E}">
        <p14:creationId xmlns:p14="http://schemas.microsoft.com/office/powerpoint/2010/main" val="2044708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13930-7D4D-0E57-34C4-9869D596B6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BA5128-F3B4-60B8-499F-786E4E2E74BE}"/>
              </a:ext>
            </a:extLst>
          </p:cNvPr>
          <p:cNvSpPr>
            <a:spLocks noGrp="1"/>
          </p:cNvSpPr>
          <p:nvPr>
            <p:ph sz="quarter" idx="10"/>
          </p:nvPr>
        </p:nvSpPr>
        <p:spPr/>
        <p:txBody>
          <a:bodyPr/>
          <a:lstStyle/>
          <a:p>
            <a:r>
              <a:rPr lang="en-US" sz="1200" dirty="0"/>
              <a:t>1. Other </a:t>
            </a:r>
            <a:r>
              <a:rPr lang="en-US" sz="1200" dirty="0" err="1"/>
              <a:t>rifamycins</a:t>
            </a:r>
            <a:endParaRPr lang="en-US" sz="1200" dirty="0"/>
          </a:p>
          <a:p>
            <a:pPr marL="285750" indent="-285750">
              <a:buFontTx/>
              <a:buChar char="-"/>
            </a:pPr>
            <a:r>
              <a:rPr lang="en-US" sz="1200" b="0" dirty="0"/>
              <a:t>There are four distinct </a:t>
            </a:r>
            <a:r>
              <a:rPr lang="en-US" sz="1200" b="0" dirty="0" err="1"/>
              <a:t>rifamycins</a:t>
            </a:r>
            <a:r>
              <a:rPr lang="en-US" sz="1200" b="0" dirty="0"/>
              <a:t> analogs (rifampicin, rifabutin, rifapentine, and rifaximin) that have been approved for clinical use in the United States.</a:t>
            </a:r>
          </a:p>
          <a:p>
            <a:pPr marL="285750" indent="-285750">
              <a:buFontTx/>
              <a:buChar char="-"/>
            </a:pPr>
            <a:r>
              <a:rPr lang="en-US" sz="1200" b="0" dirty="0"/>
              <a:t>Some </a:t>
            </a:r>
            <a:r>
              <a:rPr lang="en-US" sz="1200" b="0" i="1" dirty="0"/>
              <a:t>M. tuberculosis</a:t>
            </a:r>
            <a:r>
              <a:rPr lang="en-US" sz="1200" b="0" dirty="0"/>
              <a:t> strains that are resistant to rifampicin (RIF) remain susceptible to rifabutin (RFB) (Wang et al., 2025). </a:t>
            </a:r>
          </a:p>
          <a:p>
            <a:pPr marL="285750" indent="-285750">
              <a:buFontTx/>
              <a:buChar char="-"/>
            </a:pPr>
            <a:r>
              <a:rPr lang="en-US" sz="1200" b="0" dirty="0"/>
              <a:t>According to a meta-analysis by Wang et al. (2025), several </a:t>
            </a:r>
            <a:r>
              <a:rPr lang="en-US" sz="1200" b="0" i="1" dirty="0" err="1"/>
              <a:t>rpoB</a:t>
            </a:r>
            <a:r>
              <a:rPr lang="en-US" sz="1200" b="0" dirty="0"/>
              <a:t> RIF-resistance mutations—including D435V/F/Y (E. coli 516), L430R, S441L/Q, and H445L—were linked to RFB susceptibility. </a:t>
            </a:r>
          </a:p>
          <a:p>
            <a:pPr marL="285750" indent="-285750">
              <a:buFontTx/>
              <a:buChar char="-"/>
            </a:pPr>
            <a:r>
              <a:rPr lang="en-US" sz="1200" b="0" dirty="0"/>
              <a:t>In contrast, mutations such as H445D, H445Y (E. coli 526), S450L, and S450W (E. coli 531) were strongly associated with RFB resistance. </a:t>
            </a:r>
          </a:p>
          <a:p>
            <a:pPr marL="285750" indent="-285750">
              <a:buFontTx/>
              <a:buChar char="-"/>
            </a:pPr>
            <a:r>
              <a:rPr lang="en-US" sz="1200" b="0" dirty="0"/>
              <a:t>Notably, different substitutions at H445 produce divergent phenotypes:</a:t>
            </a:r>
          </a:p>
          <a:p>
            <a:pPr lvl="3">
              <a:buFont typeface="Arial" panose="020B0604020202020204" pitchFamily="34" charset="0"/>
              <a:buChar char="•"/>
            </a:pPr>
            <a:r>
              <a:rPr lang="en-US" sz="1200" dirty="0">
                <a:solidFill>
                  <a:schemeClr val="accent1"/>
                </a:solidFill>
              </a:rPr>
              <a:t>H445L/C/G/N → RFB-susceptible</a:t>
            </a:r>
          </a:p>
          <a:p>
            <a:pPr lvl="3">
              <a:buFont typeface="Arial" panose="020B0604020202020204" pitchFamily="34" charset="0"/>
              <a:buChar char="•"/>
            </a:pPr>
            <a:r>
              <a:rPr lang="en-US" sz="1200" dirty="0">
                <a:solidFill>
                  <a:schemeClr val="accent1"/>
                </a:solidFill>
              </a:rPr>
              <a:t>H445Y/D → RFB-resistant</a:t>
            </a:r>
          </a:p>
          <a:p>
            <a:pPr marL="0" lvl="2" indent="-97813">
              <a:buNone/>
            </a:pPr>
            <a:r>
              <a:rPr lang="en-US" sz="1200" b="1" dirty="0">
                <a:solidFill>
                  <a:schemeClr val="accent1"/>
                </a:solidFill>
              </a:rPr>
              <a:t>Question</a:t>
            </a:r>
            <a:r>
              <a:rPr lang="en-US" sz="1200" dirty="0">
                <a:solidFill>
                  <a:schemeClr val="accent1"/>
                </a:solidFill>
              </a:rPr>
              <a:t>: How do structural differences in the way rifampicin and rifabutin interact with the </a:t>
            </a:r>
            <a:r>
              <a:rPr lang="en-US" sz="1200" dirty="0" err="1">
                <a:solidFill>
                  <a:schemeClr val="accent1"/>
                </a:solidFill>
              </a:rPr>
              <a:t>RpoB</a:t>
            </a:r>
            <a:r>
              <a:rPr lang="en-US" sz="1200" dirty="0">
                <a:solidFill>
                  <a:schemeClr val="accent1"/>
                </a:solidFill>
              </a:rPr>
              <a:t> binding pocket explain why some </a:t>
            </a:r>
            <a:r>
              <a:rPr lang="en-US" sz="1200" dirty="0" err="1">
                <a:solidFill>
                  <a:schemeClr val="accent1"/>
                </a:solidFill>
              </a:rPr>
              <a:t>rpoB</a:t>
            </a:r>
            <a:r>
              <a:rPr lang="en-US" sz="1200" dirty="0">
                <a:solidFill>
                  <a:schemeClr val="accent1"/>
                </a:solidFill>
              </a:rPr>
              <a:t> mutations (e.g., D435V, H445L) abolish rifampicin binding but preserve rifabutin binding, while other mutations (e.g., S450L, H445Y) disrupt the binding of both drugs despite their shared binding site?</a:t>
            </a:r>
          </a:p>
          <a:p>
            <a:pPr marL="179387" lvl="3" indent="0">
              <a:buNone/>
            </a:pPr>
            <a:endParaRPr lang="en-US" sz="1200" dirty="0">
              <a:solidFill>
                <a:schemeClr val="accent1"/>
              </a:solidFill>
            </a:endParaRPr>
          </a:p>
          <a:p>
            <a:pPr marL="285750" indent="-285750">
              <a:buFontTx/>
              <a:buChar char="-"/>
            </a:pPr>
            <a:endParaRPr lang="en-US" b="0" dirty="0"/>
          </a:p>
          <a:p>
            <a:pPr marL="285750" indent="-285750">
              <a:buFontTx/>
              <a:buChar char="-"/>
            </a:pPr>
            <a:endParaRPr lang="en-US" dirty="0"/>
          </a:p>
        </p:txBody>
      </p:sp>
      <p:sp>
        <p:nvSpPr>
          <p:cNvPr id="3" name="Title 2">
            <a:extLst>
              <a:ext uri="{FF2B5EF4-FFF2-40B4-BE49-F238E27FC236}">
                <a16:creationId xmlns:a16="http://schemas.microsoft.com/office/drawing/2014/main" id="{64800099-D7F5-39A3-4CBD-EE46735456A6}"/>
              </a:ext>
            </a:extLst>
          </p:cNvPr>
          <p:cNvSpPr>
            <a:spLocks noGrp="1"/>
          </p:cNvSpPr>
          <p:nvPr>
            <p:ph type="title"/>
          </p:nvPr>
        </p:nvSpPr>
        <p:spPr/>
        <p:txBody>
          <a:bodyPr/>
          <a:lstStyle/>
          <a:p>
            <a:r>
              <a:rPr lang="en-US" dirty="0"/>
              <a:t>2. PhD’s Idea</a:t>
            </a:r>
          </a:p>
        </p:txBody>
      </p:sp>
      <p:sp>
        <p:nvSpPr>
          <p:cNvPr id="4" name="Footer Placeholder 3">
            <a:extLst>
              <a:ext uri="{FF2B5EF4-FFF2-40B4-BE49-F238E27FC236}">
                <a16:creationId xmlns:a16="http://schemas.microsoft.com/office/drawing/2014/main" id="{40C0C3C1-EC7B-D134-4728-5D7388103461}"/>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E11CE04B-B724-E976-05DE-87178F334DEB}"/>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Tree>
    <p:extLst>
      <p:ext uri="{BB962C8B-B14F-4D97-AF65-F5344CB8AC3E}">
        <p14:creationId xmlns:p14="http://schemas.microsoft.com/office/powerpoint/2010/main" val="292058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80C3-87D3-DD4D-20AB-70A818B5D1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609A50-F9DC-835F-9A96-09B9BD2CC6F0}"/>
              </a:ext>
            </a:extLst>
          </p:cNvPr>
          <p:cNvSpPr>
            <a:spLocks noGrp="1"/>
          </p:cNvSpPr>
          <p:nvPr>
            <p:ph sz="quarter" idx="10"/>
          </p:nvPr>
        </p:nvSpPr>
        <p:spPr/>
        <p:txBody>
          <a:bodyPr/>
          <a:lstStyle/>
          <a:p>
            <a:r>
              <a:rPr lang="en-US" sz="1200" dirty="0"/>
              <a:t>2. Other resistance mechanisms</a:t>
            </a:r>
          </a:p>
          <a:p>
            <a:pPr lvl="1"/>
            <a:r>
              <a:rPr lang="en-US" sz="1200" dirty="0">
                <a:solidFill>
                  <a:schemeClr val="accent1"/>
                </a:solidFill>
              </a:rPr>
              <a:t>There are 3 major heritable resistant RIF mechanisms: </a:t>
            </a:r>
          </a:p>
          <a:p>
            <a:pPr lvl="1"/>
            <a:r>
              <a:rPr lang="en-US" sz="1200" dirty="0">
                <a:solidFill>
                  <a:schemeClr val="accent1"/>
                </a:solidFill>
              </a:rPr>
              <a:t>-   Perturbation to rifampicin-RNAP binding: mutations in RNAP beta-subunit </a:t>
            </a:r>
          </a:p>
          <a:p>
            <a:pPr marL="172062" lvl="1" indent="-171450">
              <a:buFontTx/>
              <a:buChar char="-"/>
            </a:pPr>
            <a:r>
              <a:rPr lang="en-US" sz="1200" dirty="0">
                <a:solidFill>
                  <a:schemeClr val="accent1"/>
                </a:solidFill>
              </a:rPr>
              <a:t>Modifications to the antibiotic molecule, common mode of resistance for environment bacteria </a:t>
            </a:r>
          </a:p>
          <a:p>
            <a:pPr marL="172062" lvl="1" indent="-171450">
              <a:buFontTx/>
              <a:buChar char="-"/>
            </a:pPr>
            <a:r>
              <a:rPr lang="en-US" sz="1200" dirty="0">
                <a:solidFill>
                  <a:schemeClr val="accent1"/>
                </a:solidFill>
              </a:rPr>
              <a:t>Alteration import and/or export of the antibiotic</a:t>
            </a:r>
          </a:p>
          <a:p>
            <a:pPr lvl="1"/>
            <a:r>
              <a:rPr lang="en-US" sz="1200" b="1" dirty="0">
                <a:solidFill>
                  <a:schemeClr val="accent1"/>
                </a:solidFill>
              </a:rPr>
              <a:t>Question</a:t>
            </a:r>
            <a:r>
              <a:rPr lang="en-US" sz="1200" dirty="0">
                <a:solidFill>
                  <a:schemeClr val="accent1"/>
                </a:solidFill>
              </a:rPr>
              <a:t>: How are these resistance mechanisms distributed across the bacterial phylogeny, and how do ecological factors shape this distribution?</a:t>
            </a:r>
          </a:p>
          <a:p>
            <a:pPr lvl="1"/>
            <a:endParaRPr lang="en-US" sz="1200" dirty="0">
              <a:solidFill>
                <a:schemeClr val="accent1"/>
              </a:solidFill>
            </a:endParaRPr>
          </a:p>
          <a:p>
            <a:pPr lvl="1"/>
            <a:endParaRPr lang="en-US" sz="1200" dirty="0">
              <a:solidFill>
                <a:schemeClr val="accent1"/>
              </a:solidFill>
            </a:endParaRPr>
          </a:p>
          <a:p>
            <a:pPr lvl="1"/>
            <a:endParaRPr lang="en-US" sz="1200" dirty="0">
              <a:solidFill>
                <a:schemeClr val="accent1"/>
              </a:solidFill>
            </a:endParaRPr>
          </a:p>
          <a:p>
            <a:pPr marL="285750" indent="-285750">
              <a:buFontTx/>
              <a:buChar char="-"/>
            </a:pPr>
            <a:endParaRPr lang="en-US" b="0" dirty="0"/>
          </a:p>
          <a:p>
            <a:pPr marL="285750" indent="-285750">
              <a:buFontTx/>
              <a:buChar char="-"/>
            </a:pPr>
            <a:endParaRPr lang="en-US" dirty="0"/>
          </a:p>
        </p:txBody>
      </p:sp>
      <p:sp>
        <p:nvSpPr>
          <p:cNvPr id="3" name="Title 2">
            <a:extLst>
              <a:ext uri="{FF2B5EF4-FFF2-40B4-BE49-F238E27FC236}">
                <a16:creationId xmlns:a16="http://schemas.microsoft.com/office/drawing/2014/main" id="{C2BC4D70-2B9A-1AF0-0373-5514157BF8E7}"/>
              </a:ext>
            </a:extLst>
          </p:cNvPr>
          <p:cNvSpPr>
            <a:spLocks noGrp="1"/>
          </p:cNvSpPr>
          <p:nvPr>
            <p:ph type="title"/>
          </p:nvPr>
        </p:nvSpPr>
        <p:spPr/>
        <p:txBody>
          <a:bodyPr/>
          <a:lstStyle/>
          <a:p>
            <a:r>
              <a:rPr lang="en-US" dirty="0"/>
              <a:t>2. PhD’s Idea</a:t>
            </a:r>
          </a:p>
        </p:txBody>
      </p:sp>
      <p:sp>
        <p:nvSpPr>
          <p:cNvPr id="4" name="Footer Placeholder 3">
            <a:extLst>
              <a:ext uri="{FF2B5EF4-FFF2-40B4-BE49-F238E27FC236}">
                <a16:creationId xmlns:a16="http://schemas.microsoft.com/office/drawing/2014/main" id="{EB060F33-6CA9-7EC8-A1FE-4006763306A4}"/>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BBDBD7D-F5F0-407E-53C8-D6F96667E9EE}"/>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Tree>
    <p:extLst>
      <p:ext uri="{BB962C8B-B14F-4D97-AF65-F5344CB8AC3E}">
        <p14:creationId xmlns:p14="http://schemas.microsoft.com/office/powerpoint/2010/main" val="1462448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1ABF2-FCBD-FE6B-DCFD-0C2CE8C0F2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F479D7-7FF5-47C5-8FA6-78438CE7436A}"/>
              </a:ext>
            </a:extLst>
          </p:cNvPr>
          <p:cNvSpPr>
            <a:spLocks noGrp="1"/>
          </p:cNvSpPr>
          <p:nvPr>
            <p:ph sz="quarter" idx="10"/>
          </p:nvPr>
        </p:nvSpPr>
        <p:spPr/>
        <p:txBody>
          <a:bodyPr/>
          <a:lstStyle/>
          <a:p>
            <a:pPr marL="0" lvl="2" indent="-97813">
              <a:buNone/>
            </a:pPr>
            <a:r>
              <a:rPr lang="en-US" sz="1200" b="1" dirty="0">
                <a:solidFill>
                  <a:schemeClr val="accent1"/>
                </a:solidFill>
              </a:rPr>
              <a:t>3. Explaining the variation in intrinsic resistance across species</a:t>
            </a:r>
          </a:p>
          <a:p>
            <a:pPr marL="73637" lvl="2" indent="-171450">
              <a:buFontTx/>
              <a:buChar char="-"/>
            </a:pPr>
            <a:r>
              <a:rPr lang="en-US" sz="1200" dirty="0">
                <a:solidFill>
                  <a:schemeClr val="accent1"/>
                </a:solidFill>
              </a:rPr>
              <a:t>Combine data with ecological data. For example: the ecological and environmental metadata from IMG database (Markowitz et al. 2012)</a:t>
            </a:r>
          </a:p>
          <a:p>
            <a:pPr marL="73637" lvl="2" indent="-171450">
              <a:buFontTx/>
              <a:buChar char="-"/>
            </a:pPr>
            <a:r>
              <a:rPr lang="en-US" sz="1200" b="1" dirty="0">
                <a:solidFill>
                  <a:schemeClr val="accent1"/>
                </a:solidFill>
              </a:rPr>
              <a:t>Question</a:t>
            </a:r>
            <a:r>
              <a:rPr lang="en-US" sz="1200" dirty="0">
                <a:solidFill>
                  <a:schemeClr val="accent1"/>
                </a:solidFill>
              </a:rPr>
              <a:t>: Are intrinsic streptomycin-resistant </a:t>
            </a:r>
            <a:r>
              <a:rPr lang="en-US" sz="1200" i="1" dirty="0" err="1">
                <a:solidFill>
                  <a:schemeClr val="accent1"/>
                </a:solidFill>
              </a:rPr>
              <a:t>rpoB</a:t>
            </a:r>
            <a:r>
              <a:rPr lang="en-US" sz="1200" dirty="0">
                <a:solidFill>
                  <a:schemeClr val="accent1"/>
                </a:solidFill>
              </a:rPr>
              <a:t> alleles enriched in particular phyla and habitats (e.g. soil Actinobacteria, human gut)? To what extent do ecological factors explain variation in both intrinsic streptomycin resistance and the evolvability of resistance?</a:t>
            </a:r>
          </a:p>
          <a:p>
            <a:pPr marL="73637" lvl="2" indent="-171450">
              <a:buFontTx/>
              <a:buChar char="-"/>
            </a:pPr>
            <a:r>
              <a:rPr lang="en-US" sz="1200" dirty="0">
                <a:solidFill>
                  <a:schemeClr val="accent1"/>
                </a:solidFill>
              </a:rPr>
              <a:t>When incorporating ecological data into our analyses, it may also be important to consider the role of horizontal gene transfer (HGT). Many antibiotic resistance genes (ARGs) are highly mobile and can spread readily across environmental communities.</a:t>
            </a:r>
          </a:p>
          <a:p>
            <a:pPr marL="73637" lvl="2" indent="-171450">
              <a:buFontTx/>
              <a:buChar char="-"/>
            </a:pPr>
            <a:endParaRPr lang="en-US" sz="1200" b="0" dirty="0">
              <a:solidFill>
                <a:schemeClr val="accent1"/>
              </a:solidFill>
            </a:endParaRPr>
          </a:p>
          <a:p>
            <a:pPr marL="285750" indent="-285750">
              <a:buFontTx/>
              <a:buChar char="-"/>
            </a:pPr>
            <a:endParaRPr lang="en-US" dirty="0"/>
          </a:p>
        </p:txBody>
      </p:sp>
      <p:sp>
        <p:nvSpPr>
          <p:cNvPr id="3" name="Title 2">
            <a:extLst>
              <a:ext uri="{FF2B5EF4-FFF2-40B4-BE49-F238E27FC236}">
                <a16:creationId xmlns:a16="http://schemas.microsoft.com/office/drawing/2014/main" id="{7F5A8B78-F86E-C194-A969-EC8DD38F6798}"/>
              </a:ext>
            </a:extLst>
          </p:cNvPr>
          <p:cNvSpPr>
            <a:spLocks noGrp="1"/>
          </p:cNvSpPr>
          <p:nvPr>
            <p:ph type="title"/>
          </p:nvPr>
        </p:nvSpPr>
        <p:spPr/>
        <p:txBody>
          <a:bodyPr/>
          <a:lstStyle/>
          <a:p>
            <a:r>
              <a:rPr lang="en-US" dirty="0"/>
              <a:t>2. PhD’s Idea</a:t>
            </a:r>
          </a:p>
        </p:txBody>
      </p:sp>
      <p:sp>
        <p:nvSpPr>
          <p:cNvPr id="4" name="Footer Placeholder 3">
            <a:extLst>
              <a:ext uri="{FF2B5EF4-FFF2-40B4-BE49-F238E27FC236}">
                <a16:creationId xmlns:a16="http://schemas.microsoft.com/office/drawing/2014/main" id="{24067EC4-EAE2-D8BF-3333-0875BD3B558F}"/>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A628F00E-417E-11BB-322A-792ECCD1D474}"/>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Tree>
    <p:extLst>
      <p:ext uri="{BB962C8B-B14F-4D97-AF65-F5344CB8AC3E}">
        <p14:creationId xmlns:p14="http://schemas.microsoft.com/office/powerpoint/2010/main" val="2313249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ED3E2-4F2F-7ED7-4239-F562ABA9B0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B3B265-C4EF-F6E8-392A-CB0B93E61413}"/>
              </a:ext>
            </a:extLst>
          </p:cNvPr>
          <p:cNvSpPr>
            <a:spLocks noGrp="1"/>
          </p:cNvSpPr>
          <p:nvPr>
            <p:ph sz="quarter" idx="10"/>
          </p:nvPr>
        </p:nvSpPr>
        <p:spPr/>
        <p:txBody>
          <a:bodyPr/>
          <a:lstStyle/>
          <a:p>
            <a:pPr marL="0" lvl="2" indent="-97813">
              <a:buNone/>
            </a:pPr>
            <a:r>
              <a:rPr lang="en-US" sz="1200" b="1" dirty="0">
                <a:solidFill>
                  <a:schemeClr val="accent1"/>
                </a:solidFill>
              </a:rPr>
              <a:t>4. Estimate mutation rates of RIF resistance across species</a:t>
            </a:r>
          </a:p>
          <a:p>
            <a:pPr marL="73637" lvl="2" indent="-171450">
              <a:buFontTx/>
              <a:buChar char="-"/>
            </a:pPr>
            <a:r>
              <a:rPr lang="en-US" sz="1200" dirty="0">
                <a:solidFill>
                  <a:schemeClr val="accent1"/>
                </a:solidFill>
              </a:rPr>
              <a:t>The most common intrinsic mutations in </a:t>
            </a:r>
            <a:r>
              <a:rPr lang="en-US" sz="1200" i="1" dirty="0" err="1">
                <a:solidFill>
                  <a:schemeClr val="accent1"/>
                </a:solidFill>
              </a:rPr>
              <a:t>rpoB</a:t>
            </a:r>
            <a:r>
              <a:rPr lang="en-US" sz="1200" dirty="0">
                <a:solidFill>
                  <a:schemeClr val="accent1"/>
                </a:solidFill>
              </a:rPr>
              <a:t> rifampicin resistance: H526N and S531L (H – CAC, N – AAT or AAC, S – TCG, L – TTG)</a:t>
            </a:r>
          </a:p>
          <a:p>
            <a:pPr marL="73637" lvl="2" indent="-171450">
              <a:buFontTx/>
              <a:buChar char="-"/>
            </a:pPr>
            <a:r>
              <a:rPr lang="en-US" sz="1200" dirty="0">
                <a:solidFill>
                  <a:schemeClr val="accent1"/>
                </a:solidFill>
              </a:rPr>
              <a:t>The common nucleotide change: C – A, C – T, C – T </a:t>
            </a:r>
          </a:p>
          <a:p>
            <a:pPr marL="0" lvl="2" indent="0">
              <a:buNone/>
            </a:pPr>
            <a:r>
              <a:rPr lang="en-US" sz="1200" b="1" dirty="0">
                <a:solidFill>
                  <a:schemeClr val="accent1"/>
                </a:solidFill>
              </a:rPr>
              <a:t>Question</a:t>
            </a:r>
            <a:r>
              <a:rPr lang="en-US" sz="1200" dirty="0">
                <a:solidFill>
                  <a:schemeClr val="accent1"/>
                </a:solidFill>
              </a:rPr>
              <a:t>: How does the nucleotide mutation spectrum shape the evolution of rifampicin resistance mutations in </a:t>
            </a:r>
            <a:r>
              <a:rPr lang="en-US" sz="1200" dirty="0" err="1">
                <a:solidFill>
                  <a:schemeClr val="accent1"/>
                </a:solidFill>
              </a:rPr>
              <a:t>rpoB</a:t>
            </a:r>
            <a:r>
              <a:rPr lang="en-US" sz="1200" dirty="0">
                <a:solidFill>
                  <a:schemeClr val="accent1"/>
                </a:solidFill>
              </a:rPr>
              <a:t> (and other RIF targets) across bacteria? </a:t>
            </a:r>
          </a:p>
          <a:p>
            <a:pPr marL="0" lvl="2" indent="0">
              <a:buNone/>
            </a:pPr>
            <a:r>
              <a:rPr lang="en-US" sz="1200" dirty="0">
                <a:solidFill>
                  <a:schemeClr val="accent1"/>
                </a:solidFill>
              </a:rPr>
              <a:t>But, instead of intrinsic resistance data, I think we need to collect a missense mutations associated with rifampicin adaptation from the literature.</a:t>
            </a:r>
          </a:p>
          <a:p>
            <a:pPr marL="73637" lvl="2" indent="-171450">
              <a:buFontTx/>
              <a:buChar char="-"/>
            </a:pPr>
            <a:endParaRPr lang="en-US" sz="1200" dirty="0">
              <a:solidFill>
                <a:schemeClr val="accent1"/>
              </a:solidFill>
            </a:endParaRPr>
          </a:p>
          <a:p>
            <a:pPr marL="73637" lvl="2" indent="-171450">
              <a:buFontTx/>
              <a:buChar char="-"/>
            </a:pPr>
            <a:endParaRPr lang="en-US" sz="1200" dirty="0">
              <a:solidFill>
                <a:schemeClr val="accent1"/>
              </a:solidFill>
            </a:endParaRPr>
          </a:p>
          <a:p>
            <a:pPr marL="73637" lvl="2" indent="-171450">
              <a:buFontTx/>
              <a:buChar char="-"/>
            </a:pPr>
            <a:endParaRPr lang="en-US" sz="1200" dirty="0">
              <a:solidFill>
                <a:schemeClr val="accent1"/>
              </a:solidFill>
            </a:endParaRPr>
          </a:p>
          <a:p>
            <a:pPr marL="73637" lvl="2" indent="-171450">
              <a:buFontTx/>
              <a:buChar char="-"/>
            </a:pPr>
            <a:endParaRPr lang="en-US" sz="1200" b="0" dirty="0">
              <a:solidFill>
                <a:schemeClr val="accent1"/>
              </a:solidFill>
            </a:endParaRPr>
          </a:p>
          <a:p>
            <a:pPr marL="285750" indent="-285750">
              <a:buFontTx/>
              <a:buChar char="-"/>
            </a:pPr>
            <a:endParaRPr lang="en-US" dirty="0"/>
          </a:p>
        </p:txBody>
      </p:sp>
      <p:sp>
        <p:nvSpPr>
          <p:cNvPr id="3" name="Title 2">
            <a:extLst>
              <a:ext uri="{FF2B5EF4-FFF2-40B4-BE49-F238E27FC236}">
                <a16:creationId xmlns:a16="http://schemas.microsoft.com/office/drawing/2014/main" id="{E69146B3-1C70-A3FC-3A21-3591634A4A1A}"/>
              </a:ext>
            </a:extLst>
          </p:cNvPr>
          <p:cNvSpPr>
            <a:spLocks noGrp="1"/>
          </p:cNvSpPr>
          <p:nvPr>
            <p:ph type="title"/>
          </p:nvPr>
        </p:nvSpPr>
        <p:spPr/>
        <p:txBody>
          <a:bodyPr/>
          <a:lstStyle/>
          <a:p>
            <a:r>
              <a:rPr lang="en-US" dirty="0"/>
              <a:t>2. PhD’s Idea</a:t>
            </a:r>
          </a:p>
        </p:txBody>
      </p:sp>
      <p:sp>
        <p:nvSpPr>
          <p:cNvPr id="4" name="Footer Placeholder 3">
            <a:extLst>
              <a:ext uri="{FF2B5EF4-FFF2-40B4-BE49-F238E27FC236}">
                <a16:creationId xmlns:a16="http://schemas.microsoft.com/office/drawing/2014/main" id="{B98D3413-BFF7-1CB9-DE0E-867854EFBAE7}"/>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4C010F8B-7512-17DF-0761-460F79818DC1}"/>
              </a:ext>
            </a:extLst>
          </p:cNvPr>
          <p:cNvSpPr>
            <a:spLocks noGrp="1"/>
          </p:cNvSpPr>
          <p:nvPr>
            <p:ph type="sldNum" sz="quarter" idx="18"/>
          </p:nvPr>
        </p:nvSpPr>
        <p:spPr/>
        <p:txBody>
          <a:bodyPr/>
          <a:lstStyle/>
          <a:p>
            <a:fld id="{E917DE0E-AFB1-41FD-BC35-27DB61CA125F}" type="slidenum">
              <a:rPr lang="en-AU" smtClean="0"/>
              <a:pPr/>
              <a:t>8</a:t>
            </a:fld>
            <a:endParaRPr lang="en-AU" dirty="0"/>
          </a:p>
        </p:txBody>
      </p:sp>
    </p:spTree>
    <p:extLst>
      <p:ext uri="{BB962C8B-B14F-4D97-AF65-F5344CB8AC3E}">
        <p14:creationId xmlns:p14="http://schemas.microsoft.com/office/powerpoint/2010/main" val="10321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90CFD-B47A-35BF-164C-E4BED6CB5C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343C68-EFF6-8D01-0B1D-BD1A356839AF}"/>
              </a:ext>
            </a:extLst>
          </p:cNvPr>
          <p:cNvSpPr>
            <a:spLocks noGrp="1"/>
          </p:cNvSpPr>
          <p:nvPr>
            <p:ph sz="quarter" idx="10"/>
          </p:nvPr>
        </p:nvSpPr>
        <p:spPr/>
        <p:txBody>
          <a:bodyPr/>
          <a:lstStyle/>
          <a:p>
            <a:pPr marL="73637" lvl="2" indent="-171450">
              <a:buFontTx/>
              <a:buChar char="-"/>
            </a:pPr>
            <a:endParaRPr lang="en-US" sz="1200" dirty="0">
              <a:solidFill>
                <a:schemeClr val="accent1"/>
              </a:solidFill>
            </a:endParaRPr>
          </a:p>
          <a:p>
            <a:pPr marL="73637" lvl="2" indent="-171450">
              <a:buFontTx/>
              <a:buChar char="-"/>
            </a:pPr>
            <a:endParaRPr lang="en-US" sz="1200" dirty="0">
              <a:solidFill>
                <a:schemeClr val="accent1"/>
              </a:solidFill>
            </a:endParaRPr>
          </a:p>
          <a:p>
            <a:pPr marL="73637" lvl="2" indent="-171450">
              <a:buFontTx/>
              <a:buChar char="-"/>
            </a:pPr>
            <a:endParaRPr lang="en-US" sz="1200" dirty="0">
              <a:solidFill>
                <a:schemeClr val="accent1"/>
              </a:solidFill>
            </a:endParaRPr>
          </a:p>
          <a:p>
            <a:pPr marL="73637" lvl="2" indent="-171450">
              <a:buFontTx/>
              <a:buChar char="-"/>
            </a:pPr>
            <a:endParaRPr lang="en-US" sz="1200" b="0" dirty="0">
              <a:solidFill>
                <a:schemeClr val="accent1"/>
              </a:solidFill>
            </a:endParaRPr>
          </a:p>
          <a:p>
            <a:pPr marL="285750" indent="-285750">
              <a:buFontTx/>
              <a:buChar char="-"/>
            </a:pPr>
            <a:endParaRPr lang="en-US" dirty="0"/>
          </a:p>
        </p:txBody>
      </p:sp>
      <p:sp>
        <p:nvSpPr>
          <p:cNvPr id="3" name="Title 2">
            <a:extLst>
              <a:ext uri="{FF2B5EF4-FFF2-40B4-BE49-F238E27FC236}">
                <a16:creationId xmlns:a16="http://schemas.microsoft.com/office/drawing/2014/main" id="{CB78F472-0BA5-7DDE-679D-4C4CE7444723}"/>
              </a:ext>
            </a:extLst>
          </p:cNvPr>
          <p:cNvSpPr>
            <a:spLocks noGrp="1"/>
          </p:cNvSpPr>
          <p:nvPr>
            <p:ph type="title"/>
          </p:nvPr>
        </p:nvSpPr>
        <p:spPr/>
        <p:txBody>
          <a:bodyPr/>
          <a:lstStyle/>
          <a:p>
            <a:r>
              <a:rPr lang="en-US" dirty="0"/>
              <a:t>3. Database </a:t>
            </a:r>
          </a:p>
        </p:txBody>
      </p:sp>
      <p:sp>
        <p:nvSpPr>
          <p:cNvPr id="4" name="Footer Placeholder 3">
            <a:extLst>
              <a:ext uri="{FF2B5EF4-FFF2-40B4-BE49-F238E27FC236}">
                <a16:creationId xmlns:a16="http://schemas.microsoft.com/office/drawing/2014/main" id="{64D37386-1D4A-0594-C097-C19B90DDB507}"/>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38832796-3E36-CD44-A78E-5DDB017708CF}"/>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6" name="Content Placeholder 1">
            <a:extLst>
              <a:ext uri="{FF2B5EF4-FFF2-40B4-BE49-F238E27FC236}">
                <a16:creationId xmlns:a16="http://schemas.microsoft.com/office/drawing/2014/main" id="{0403E567-93A1-DA29-545A-89D1721A95F6}"/>
              </a:ext>
            </a:extLst>
          </p:cNvPr>
          <p:cNvSpPr txBox="1">
            <a:spLocks/>
          </p:cNvSpPr>
          <p:nvPr/>
        </p:nvSpPr>
        <p:spPr>
          <a:xfrm>
            <a:off x="847726" y="1601168"/>
            <a:ext cx="9577138" cy="4645272"/>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buNone/>
            </a:pPr>
            <a:r>
              <a:rPr lang="en-US" sz="1200" dirty="0">
                <a:solidFill>
                  <a:schemeClr val="accent1"/>
                </a:solidFill>
              </a:rPr>
              <a:t>-  </a:t>
            </a:r>
            <a:r>
              <a:rPr lang="en-US" sz="1200" dirty="0" err="1">
                <a:solidFill>
                  <a:schemeClr val="accent1"/>
                </a:solidFill>
              </a:rPr>
              <a:t>CryPTIC</a:t>
            </a:r>
            <a:r>
              <a:rPr lang="en-US" sz="1200" dirty="0">
                <a:solidFill>
                  <a:schemeClr val="accent1"/>
                </a:solidFill>
              </a:rPr>
              <a:t> data from Negin’s folder: filter RAW_P ≤0.005, COEF ≥ 1 (effect≥2 fold), COUNTS ≥1, HOMOPLASY (Homoplasy = mutations that arise independently multiple times in the phylogeny), remove indel ⇒ only for MTB.</a:t>
            </a:r>
          </a:p>
          <a:p>
            <a:pPr marL="171450" lvl="2" indent="-171450">
              <a:buFontTx/>
              <a:buChar char="-"/>
            </a:pPr>
            <a:r>
              <a:rPr lang="en-US" sz="1200" dirty="0">
                <a:solidFill>
                  <a:schemeClr val="accent1"/>
                </a:solidFill>
              </a:rPr>
              <a:t>CARD only single resistance variant ⇒ across multiple species</a:t>
            </a:r>
          </a:p>
          <a:p>
            <a:pPr marL="171450" lvl="2" indent="-171450">
              <a:buFontTx/>
              <a:buChar char="-"/>
            </a:pPr>
            <a:r>
              <a:rPr lang="en-US" sz="1200" dirty="0" err="1">
                <a:solidFill>
                  <a:schemeClr val="accent1"/>
                </a:solidFill>
              </a:rPr>
              <a:t>DRAGdb</a:t>
            </a:r>
            <a:r>
              <a:rPr lang="en-US" sz="1200" dirty="0">
                <a:solidFill>
                  <a:schemeClr val="accent1"/>
                </a:solidFill>
              </a:rPr>
              <a:t> only download rifampicin related which includes </a:t>
            </a:r>
            <a:r>
              <a:rPr lang="en-US" sz="1200" dirty="0" err="1">
                <a:solidFill>
                  <a:schemeClr val="accent1"/>
                </a:solidFill>
              </a:rPr>
              <a:t>rpoB</a:t>
            </a:r>
            <a:r>
              <a:rPr lang="en-US" sz="1200" dirty="0">
                <a:solidFill>
                  <a:schemeClr val="accent1"/>
                </a:solidFill>
              </a:rPr>
              <a:t> mutations for rifampicin, rifabutin, </a:t>
            </a:r>
            <a:r>
              <a:rPr lang="en-US" sz="1200" dirty="0" err="1">
                <a:solidFill>
                  <a:schemeClr val="accent1"/>
                </a:solidFill>
              </a:rPr>
              <a:t>rifalazil</a:t>
            </a:r>
            <a:r>
              <a:rPr lang="en-US" sz="1200" dirty="0">
                <a:solidFill>
                  <a:schemeClr val="accent1"/>
                </a:solidFill>
              </a:rPr>
              <a:t>, rifapentine and rifaximin</a:t>
            </a:r>
          </a:p>
          <a:p>
            <a:pPr marL="0" lvl="2" indent="0">
              <a:buNone/>
            </a:pPr>
            <a:r>
              <a:rPr lang="en-US" sz="1200" dirty="0">
                <a:solidFill>
                  <a:schemeClr val="accent1"/>
                </a:solidFill>
              </a:rPr>
              <a:t>⇒ across multiple species </a:t>
            </a:r>
          </a:p>
          <a:p>
            <a:pPr marL="73637" lvl="2" indent="-171450">
              <a:buFontTx/>
              <a:buChar char="-"/>
            </a:pPr>
            <a:endParaRPr lang="en-US" sz="1200" dirty="0">
              <a:solidFill>
                <a:schemeClr val="accent1"/>
              </a:solidFill>
            </a:endParaRPr>
          </a:p>
          <a:p>
            <a:pPr marL="0" lvl="2" indent="0">
              <a:buNone/>
            </a:pPr>
            <a:endParaRPr lang="en-US" sz="1200" dirty="0">
              <a:solidFill>
                <a:schemeClr val="accent1"/>
              </a:solidFill>
            </a:endParaRPr>
          </a:p>
          <a:p>
            <a:pPr marL="73637" lvl="2" indent="-171450">
              <a:buFontTx/>
              <a:buChar char="-"/>
            </a:pPr>
            <a:endParaRPr lang="en-US" sz="1200" dirty="0">
              <a:solidFill>
                <a:schemeClr val="accent1"/>
              </a:solidFill>
            </a:endParaRPr>
          </a:p>
          <a:p>
            <a:pPr marL="73637" lvl="2" indent="-171450">
              <a:buFontTx/>
              <a:buChar char="-"/>
            </a:pPr>
            <a:endParaRPr lang="en-US" sz="1200" dirty="0">
              <a:solidFill>
                <a:schemeClr val="accent1"/>
              </a:solidFill>
            </a:endParaRPr>
          </a:p>
          <a:p>
            <a:pPr marL="285750" indent="-285750">
              <a:buFontTx/>
              <a:buChar char="-"/>
            </a:pPr>
            <a:endParaRPr lang="en-US" sz="1200" b="0" dirty="0"/>
          </a:p>
        </p:txBody>
      </p:sp>
    </p:spTree>
    <p:extLst>
      <p:ext uri="{BB962C8B-B14F-4D97-AF65-F5344CB8AC3E}">
        <p14:creationId xmlns:p14="http://schemas.microsoft.com/office/powerpoint/2010/main" val="387065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D27EF45-8DC9-3378-84D7-246FAD7BD06C}"/>
              </a:ext>
            </a:extLst>
          </p:cNvPr>
          <p:cNvPicPr>
            <a:picLocks noGrp="1" noChangeAspect="1"/>
          </p:cNvPicPr>
          <p:nvPr>
            <p:ph sz="quarter" idx="10"/>
          </p:nvPr>
        </p:nvPicPr>
        <p:blipFill>
          <a:blip r:embed="rId2"/>
          <a:stretch>
            <a:fillRect/>
          </a:stretch>
        </p:blipFill>
        <p:spPr>
          <a:xfrm>
            <a:off x="6611606" y="1371600"/>
            <a:ext cx="4645025" cy="4645025"/>
          </a:xfrm>
        </p:spPr>
      </p:pic>
      <p:sp>
        <p:nvSpPr>
          <p:cNvPr id="4" name="Footer Placeholder 3">
            <a:extLst>
              <a:ext uri="{FF2B5EF4-FFF2-40B4-BE49-F238E27FC236}">
                <a16:creationId xmlns:a16="http://schemas.microsoft.com/office/drawing/2014/main" id="{30A58E18-50B9-513C-06E5-0F4217B64533}"/>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84D7D3A3-D4D4-7E66-D56F-0A1804888E48}"/>
              </a:ext>
            </a:extLst>
          </p:cNvPr>
          <p:cNvSpPr>
            <a:spLocks noGrp="1"/>
          </p:cNvSpPr>
          <p:nvPr>
            <p:ph type="sldNum" sz="quarter" idx="18"/>
          </p:nvPr>
        </p:nvSpPr>
        <p:spPr/>
        <p:txBody>
          <a:bodyPr/>
          <a:lstStyle/>
          <a:p>
            <a:fld id="{E917DE0E-AFB1-41FD-BC35-27DB61CA125F}" type="slidenum">
              <a:rPr lang="en-AU" smtClean="0"/>
              <a:pPr/>
              <a:t>10</a:t>
            </a:fld>
            <a:endParaRPr lang="en-AU" dirty="0"/>
          </a:p>
        </p:txBody>
      </p:sp>
      <p:pic>
        <p:nvPicPr>
          <p:cNvPr id="6" name="Picture 5">
            <a:extLst>
              <a:ext uri="{FF2B5EF4-FFF2-40B4-BE49-F238E27FC236}">
                <a16:creationId xmlns:a16="http://schemas.microsoft.com/office/drawing/2014/main" id="{A1A47B14-5195-51DB-9825-5477A2D46C90}"/>
              </a:ext>
            </a:extLst>
          </p:cNvPr>
          <p:cNvPicPr>
            <a:picLocks noChangeAspect="1"/>
          </p:cNvPicPr>
          <p:nvPr/>
        </p:nvPicPr>
        <p:blipFill>
          <a:blip r:embed="rId3"/>
          <a:stretch>
            <a:fillRect/>
          </a:stretch>
        </p:blipFill>
        <p:spPr>
          <a:xfrm>
            <a:off x="1353804" y="990600"/>
            <a:ext cx="3980196" cy="5306928"/>
          </a:xfrm>
          <a:prstGeom prst="rect">
            <a:avLst/>
          </a:prstGeom>
        </p:spPr>
      </p:pic>
      <p:sp>
        <p:nvSpPr>
          <p:cNvPr id="9" name="TextBox 8">
            <a:extLst>
              <a:ext uri="{FF2B5EF4-FFF2-40B4-BE49-F238E27FC236}">
                <a16:creationId xmlns:a16="http://schemas.microsoft.com/office/drawing/2014/main" id="{FB2D5EA8-DBF6-CB83-CEB5-37500C4BA0CE}"/>
              </a:ext>
            </a:extLst>
          </p:cNvPr>
          <p:cNvSpPr txBox="1"/>
          <p:nvPr/>
        </p:nvSpPr>
        <p:spPr>
          <a:xfrm>
            <a:off x="2854404" y="531393"/>
            <a:ext cx="1107996" cy="369332"/>
          </a:xfrm>
          <a:prstGeom prst="rect">
            <a:avLst/>
          </a:prstGeom>
          <a:noFill/>
        </p:spPr>
        <p:txBody>
          <a:bodyPr wrap="none" rtlCol="0">
            <a:spAutoFit/>
          </a:bodyPr>
          <a:lstStyle/>
          <a:p>
            <a:pPr algn="ctr"/>
            <a:r>
              <a:rPr lang="en-US" dirty="0" err="1"/>
              <a:t>DRAGdb</a:t>
            </a:r>
            <a:endParaRPr lang="en-US" dirty="0"/>
          </a:p>
        </p:txBody>
      </p:sp>
      <p:sp>
        <p:nvSpPr>
          <p:cNvPr id="10" name="TextBox 9">
            <a:extLst>
              <a:ext uri="{FF2B5EF4-FFF2-40B4-BE49-F238E27FC236}">
                <a16:creationId xmlns:a16="http://schemas.microsoft.com/office/drawing/2014/main" id="{8FCB26A7-0736-D4BC-988C-82CE061F6181}"/>
              </a:ext>
            </a:extLst>
          </p:cNvPr>
          <p:cNvSpPr txBox="1"/>
          <p:nvPr/>
        </p:nvSpPr>
        <p:spPr>
          <a:xfrm>
            <a:off x="8203953" y="621268"/>
            <a:ext cx="1159293" cy="369332"/>
          </a:xfrm>
          <a:prstGeom prst="rect">
            <a:avLst/>
          </a:prstGeom>
          <a:noFill/>
        </p:spPr>
        <p:txBody>
          <a:bodyPr wrap="none" rtlCol="0">
            <a:spAutoFit/>
          </a:bodyPr>
          <a:lstStyle/>
          <a:p>
            <a:pPr algn="ctr"/>
            <a:r>
              <a:rPr lang="en-US" dirty="0" err="1"/>
              <a:t>CRyPTIC</a:t>
            </a:r>
            <a:endParaRPr lang="en-US" dirty="0"/>
          </a:p>
        </p:txBody>
      </p:sp>
    </p:spTree>
    <p:extLst>
      <p:ext uri="{BB962C8B-B14F-4D97-AF65-F5344CB8AC3E}">
        <p14:creationId xmlns:p14="http://schemas.microsoft.com/office/powerpoint/2010/main" val="374020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0A2225-8E72-9A92-1C24-A7C3CBC7DCD2}"/>
              </a:ext>
            </a:extLst>
          </p:cNvPr>
          <p:cNvSpPr>
            <a:spLocks noGrp="1"/>
          </p:cNvSpPr>
          <p:nvPr>
            <p:ph type="title"/>
          </p:nvPr>
        </p:nvSpPr>
        <p:spPr/>
        <p:txBody>
          <a:bodyPr/>
          <a:lstStyle/>
          <a:p>
            <a:r>
              <a:rPr lang="en-US" dirty="0"/>
              <a:t>CARD</a:t>
            </a:r>
          </a:p>
        </p:txBody>
      </p:sp>
      <p:sp>
        <p:nvSpPr>
          <p:cNvPr id="4" name="Footer Placeholder 3">
            <a:extLst>
              <a:ext uri="{FF2B5EF4-FFF2-40B4-BE49-F238E27FC236}">
                <a16:creationId xmlns:a16="http://schemas.microsoft.com/office/drawing/2014/main" id="{40EF3AA6-F0F7-B197-81F3-0EE69A1EA6B4}"/>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58997BA6-9C5A-229A-C318-8E5EE0A0EC02}"/>
              </a:ext>
            </a:extLst>
          </p:cNvPr>
          <p:cNvSpPr>
            <a:spLocks noGrp="1"/>
          </p:cNvSpPr>
          <p:nvPr>
            <p:ph type="sldNum" sz="quarter" idx="18"/>
          </p:nvPr>
        </p:nvSpPr>
        <p:spPr/>
        <p:txBody>
          <a:bodyPr/>
          <a:lstStyle/>
          <a:p>
            <a:fld id="{E917DE0E-AFB1-41FD-BC35-27DB61CA125F}" type="slidenum">
              <a:rPr lang="en-AU" smtClean="0"/>
              <a:pPr/>
              <a:t>11</a:t>
            </a:fld>
            <a:endParaRPr lang="en-AU" dirty="0"/>
          </a:p>
        </p:txBody>
      </p:sp>
      <p:pic>
        <p:nvPicPr>
          <p:cNvPr id="13" name="Content Placeholder 12">
            <a:extLst>
              <a:ext uri="{FF2B5EF4-FFF2-40B4-BE49-F238E27FC236}">
                <a16:creationId xmlns:a16="http://schemas.microsoft.com/office/drawing/2014/main" id="{D4EA8B1B-84A6-0E8F-E2D4-621F09652D79}"/>
              </a:ext>
            </a:extLst>
          </p:cNvPr>
          <p:cNvPicPr>
            <a:picLocks noGrp="1" noChangeAspect="1"/>
          </p:cNvPicPr>
          <p:nvPr>
            <p:ph sz="quarter" idx="10"/>
          </p:nvPr>
        </p:nvPicPr>
        <p:blipFill>
          <a:blip r:embed="rId2"/>
          <a:stretch>
            <a:fillRect/>
          </a:stretch>
        </p:blipFill>
        <p:spPr>
          <a:xfrm>
            <a:off x="1119560" y="1576760"/>
            <a:ext cx="4824040" cy="4824040"/>
          </a:xfrm>
        </p:spPr>
      </p:pic>
      <p:pic>
        <p:nvPicPr>
          <p:cNvPr id="15" name="Picture 14">
            <a:extLst>
              <a:ext uri="{FF2B5EF4-FFF2-40B4-BE49-F238E27FC236}">
                <a16:creationId xmlns:a16="http://schemas.microsoft.com/office/drawing/2014/main" id="{0CDAAEBA-D163-F524-BF45-F66A075F4399}"/>
              </a:ext>
            </a:extLst>
          </p:cNvPr>
          <p:cNvPicPr>
            <a:picLocks noChangeAspect="1"/>
          </p:cNvPicPr>
          <p:nvPr/>
        </p:nvPicPr>
        <p:blipFill>
          <a:blip r:embed="rId3"/>
          <a:stretch>
            <a:fillRect/>
          </a:stretch>
        </p:blipFill>
        <p:spPr>
          <a:xfrm>
            <a:off x="7162800" y="1576760"/>
            <a:ext cx="3534119" cy="4712157"/>
          </a:xfrm>
          <a:prstGeom prst="rect">
            <a:avLst/>
          </a:prstGeom>
        </p:spPr>
      </p:pic>
    </p:spTree>
    <p:extLst>
      <p:ext uri="{BB962C8B-B14F-4D97-AF65-F5344CB8AC3E}">
        <p14:creationId xmlns:p14="http://schemas.microsoft.com/office/powerpoint/2010/main" val="305944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154A97F-7230-22A5-FA8C-94862751B5D1}"/>
              </a:ext>
            </a:extLst>
          </p:cNvPr>
          <p:cNvPicPr>
            <a:picLocks noGrp="1" noChangeAspect="1"/>
          </p:cNvPicPr>
          <p:nvPr>
            <p:ph sz="quarter" idx="10"/>
          </p:nvPr>
        </p:nvPicPr>
        <p:blipFill>
          <a:blip r:embed="rId2"/>
          <a:stretch>
            <a:fillRect/>
          </a:stretch>
        </p:blipFill>
        <p:spPr>
          <a:xfrm>
            <a:off x="5454984" y="152400"/>
            <a:ext cx="5897600" cy="6634800"/>
          </a:xfrm>
        </p:spPr>
      </p:pic>
      <p:sp>
        <p:nvSpPr>
          <p:cNvPr id="3" name="Title 2">
            <a:extLst>
              <a:ext uri="{FF2B5EF4-FFF2-40B4-BE49-F238E27FC236}">
                <a16:creationId xmlns:a16="http://schemas.microsoft.com/office/drawing/2014/main" id="{086A4E61-4495-692D-A460-3E903EB8CF6B}"/>
              </a:ext>
            </a:extLst>
          </p:cNvPr>
          <p:cNvSpPr>
            <a:spLocks noGrp="1"/>
          </p:cNvSpPr>
          <p:nvPr>
            <p:ph type="title"/>
          </p:nvPr>
        </p:nvSpPr>
        <p:spPr/>
        <p:txBody>
          <a:bodyPr/>
          <a:lstStyle/>
          <a:p>
            <a:r>
              <a:rPr lang="en-US" dirty="0"/>
              <a:t>Shared mutations</a:t>
            </a:r>
          </a:p>
        </p:txBody>
      </p:sp>
      <p:sp>
        <p:nvSpPr>
          <p:cNvPr id="5" name="Slide Number Placeholder 4">
            <a:extLst>
              <a:ext uri="{FF2B5EF4-FFF2-40B4-BE49-F238E27FC236}">
                <a16:creationId xmlns:a16="http://schemas.microsoft.com/office/drawing/2014/main" id="{69AD3E21-3B7A-B554-5324-BF8BE42A5E72}"/>
              </a:ext>
            </a:extLst>
          </p:cNvPr>
          <p:cNvSpPr>
            <a:spLocks noGrp="1"/>
          </p:cNvSpPr>
          <p:nvPr>
            <p:ph type="sldNum" sz="quarter" idx="18"/>
          </p:nvPr>
        </p:nvSpPr>
        <p:spPr/>
        <p:txBody>
          <a:bodyPr/>
          <a:lstStyle/>
          <a:p>
            <a:fld id="{E917DE0E-AFB1-41FD-BC35-27DB61CA125F}" type="slidenum">
              <a:rPr lang="en-AU" smtClean="0"/>
              <a:pPr/>
              <a:t>12</a:t>
            </a:fld>
            <a:endParaRPr lang="en-AU" dirty="0"/>
          </a:p>
        </p:txBody>
      </p:sp>
    </p:spTree>
    <p:extLst>
      <p:ext uri="{BB962C8B-B14F-4D97-AF65-F5344CB8AC3E}">
        <p14:creationId xmlns:p14="http://schemas.microsoft.com/office/powerpoint/2010/main" val="2390737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rgbClr val="2B1D37"/>
      </a:dk1>
      <a:lt1>
        <a:sysClr val="window" lastClr="FFFFFF"/>
      </a:lt1>
      <a:dk2>
        <a:srgbClr val="999490"/>
      </a:dk2>
      <a:lt2>
        <a:srgbClr val="D7D1CC"/>
      </a:lt2>
      <a:accent1>
        <a:srgbClr val="51247A"/>
      </a:accent1>
      <a:accent2>
        <a:srgbClr val="962A8B"/>
      </a:accent2>
      <a:accent3>
        <a:srgbClr val="D7D1CC"/>
      </a:accent3>
      <a:accent4>
        <a:srgbClr val="E62645"/>
      </a:accent4>
      <a:accent5>
        <a:srgbClr val="4085C6"/>
      </a:accent5>
      <a:accent6>
        <a:srgbClr val="FBB800"/>
      </a:accent6>
      <a:hlink>
        <a:srgbClr val="51247A"/>
      </a:hlink>
      <a:folHlink>
        <a:srgbClr val="962A8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template" id="{86B9F688-8D75-9344-BD73-5BD3E99AE678}" vid="{4FC1BDD6-EB12-974A-BBA9-6BED1EA053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84F0916BBF724CA1E7D8F63C7F06BD" ma:contentTypeVersion="3" ma:contentTypeDescription="Create a new document." ma:contentTypeScope="" ma:versionID="f4444293139f7a37c994b13d524c33e3">
  <xsd:schema xmlns:xsd="http://www.w3.org/2001/XMLSchema" xmlns:xs="http://www.w3.org/2001/XMLSchema" xmlns:p="http://schemas.microsoft.com/office/2006/metadata/properties" xmlns:ns2="65b0f26f-95df-44cf-88fa-e9c7b5beb0cc" targetNamespace="http://schemas.microsoft.com/office/2006/metadata/properties" ma:root="true" ma:fieldsID="b9635e00277b2d59d79ce549094dd594" ns2:_="">
    <xsd:import namespace="65b0f26f-95df-44cf-88fa-e9c7b5beb0cc"/>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b0f26f-95df-44cf-88fa-e9c7b5beb0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2F4D4E-5CC3-44EF-852B-455B45EFC022}">
  <ds:schemaRefs>
    <ds:schemaRef ds:uri="http://schemas.microsoft.com/sharepoint/v3/contenttype/forms"/>
  </ds:schemaRefs>
</ds:datastoreItem>
</file>

<file path=customXml/itemProps2.xml><?xml version="1.0" encoding="utf-8"?>
<ds:datastoreItem xmlns:ds="http://schemas.openxmlformats.org/officeDocument/2006/customXml" ds:itemID="{32611DF2-16B0-48C6-8535-9B4FC183DA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b0f26f-95df-44cf-88fa-e9c7b5beb0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A6ACFB-BBAF-41D0-B45A-5E57454824E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University of Queensland</Template>
  <TotalTime>24435</TotalTime>
  <Words>1010</Words>
  <Application>Microsoft Macintosh PowerPoint</Application>
  <PresentationFormat>Widescreen</PresentationFormat>
  <Paragraphs>112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DM Sans</vt:lpstr>
      <vt:lpstr>Gotham Book</vt:lpstr>
      <vt:lpstr>Gotham Medium</vt:lpstr>
      <vt:lpstr>University of Queensland</vt:lpstr>
      <vt:lpstr>Research Update</vt:lpstr>
      <vt:lpstr>1. Streptomycin Resistance</vt:lpstr>
      <vt:lpstr>PowerPoint Presentation</vt:lpstr>
      <vt:lpstr>PowerPoint Presentation</vt:lpstr>
      <vt:lpstr>2. PhD’s Idea</vt:lpstr>
      <vt:lpstr>2. PhD’s Idea</vt:lpstr>
      <vt:lpstr>2. PhD’s Idea</vt:lpstr>
      <vt:lpstr>2. PhD’s Idea</vt:lpstr>
      <vt:lpstr>3. Database </vt:lpstr>
      <vt:lpstr>PowerPoint Presentation</vt:lpstr>
      <vt:lpstr>CARD</vt:lpstr>
      <vt:lpstr>Shared mutations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Na Ngo</dc:creator>
  <cp:lastModifiedBy>Le Na Ngo</cp:lastModifiedBy>
  <cp:revision>21</cp:revision>
  <dcterms:created xsi:type="dcterms:W3CDTF">2025-04-21T08:02:23Z</dcterms:created>
  <dcterms:modified xsi:type="dcterms:W3CDTF">2025-12-01T17:35:38Z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2022-05-03T03:06:24Z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d96f5fcc-5603-43bf-977e-9b9329ffdd35</vt:lpwstr>
  </property>
  <property fmtid="{D5CDD505-2E9C-101B-9397-08002B2CF9AE}" pid="8" name="MSIP_Label_0f488380-630a-4f55-a077-a19445e3f360_ContentBits">
    <vt:lpwstr>0</vt:lpwstr>
  </property>
  <property fmtid="{D5CDD505-2E9C-101B-9397-08002B2CF9AE}" pid="9" name="ContentTypeId">
    <vt:lpwstr>0x0101003C84F0916BBF724CA1E7D8F63C7F06BD</vt:lpwstr>
  </property>
</Properties>
</file>